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>
      <p:cViewPr>
        <p:scale>
          <a:sx n="93" d="100"/>
          <a:sy n="93" d="100"/>
        </p:scale>
        <p:origin x="112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345EC-AB2F-2143-963C-2C392519541F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0F4F2-4590-F440-BF4A-60E89FC006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5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558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7E8FDE-1540-83D5-0573-FF18409A8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2F062A-1905-51D6-E716-DDDBF7CE9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641F3A-4BB2-BB35-E5AE-9CE1E276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0E7062-4359-1B6D-929F-BE4317EF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040EE4-1A98-78B6-CB04-98B9E862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9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BC1669-7FA6-4072-A09D-C2CD18C4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BF096C-833D-5C63-109A-F1480BA19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3D5AF8-48C0-41F0-7C16-04AB1A977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23980B-123C-EA27-BB7C-D35164F5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9DC66A-5E21-9387-7D08-6D758669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519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B6354-94B2-D8ED-12F1-E9AD51574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FB43A7-816C-D382-7A78-FCC3E765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4B871C-EDB9-7EEC-6652-524917F7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AE7300-4A1C-26F0-1D7A-1A72D733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01A48F-0C32-5BB6-0E73-42D8B1BB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03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76D8E5-E095-02DB-F47B-2CF0F1A6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65CB4-111C-05EA-CD03-36F814121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2E4B21-519D-6033-3FD0-48EBA9E28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689AA2-0445-009B-3720-3A3E0E6F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13B87E-9F8E-E195-8047-20CA6289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2C7067-9821-8DB9-95C1-48BB001F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83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14508B-93FE-4B4A-DCDD-23C96398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783C2F-539E-FE7B-7191-DEE14B1F5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06419F-4634-50F1-F401-D6B21127C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630911-A0FD-19F0-ECC0-B34098142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77AECA5-1094-1E80-52E6-D0C7F641C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25C0148-62C4-88F5-7801-5864446C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703C7BA-F4D5-D5E3-5BAD-E19691ED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7076B94-AAB3-895B-D6F9-B1AAD39D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98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1226C0-594D-4C1C-D7AC-4C8900A8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659338-AF7E-FAD6-F16E-0835AECE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B05F66A-CA2F-F2EB-970C-C4C39C75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8F1564-2D04-8204-134D-3EEB3461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55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E1FAE05-2154-9000-4838-5860F7C64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E43F5C7-9EAD-CBA3-4702-ECA0DCC8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F53EBC-40CE-C35F-7B04-7CFA7E4A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309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61EBF5-3A41-4218-A615-62F741C7C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A87206-4656-EDA2-8169-6066F7F9D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C542FB-4449-0027-CDE9-F496E1FFB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DB7D70-5D2A-108E-B541-A32A1918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3DE277-F290-5B38-330D-2EC88FB4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F2B211-4924-1F82-CB1D-A173AE816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834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29980-726F-244D-C4EF-EA8C72D00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B9A6E67-CABD-0F67-3D7E-1E57ED29C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2F58CB-CAF8-DF57-A272-55DFA93CC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6555D8-991A-5542-71EB-CF778BA2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B23936-C02D-94BE-2915-1B95060D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0126B9-D760-5D54-4311-9F2FC0A2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58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0A5576-3069-3263-E629-4F02717C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33CC26-7BDC-B224-F087-91418E108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16CF6D-CFCE-EE45-BDF4-1332DC85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12996B-3A5E-6927-A413-362785AC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233CFB-1455-075F-1BCA-77375DFE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218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1A851BE-744F-159B-CD87-F787EC12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0E7BFB-80E4-55CA-5DC6-18CB11FAC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1AE753-42CB-3F68-55E8-C1089302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ED9859-490A-D565-7547-47ABD057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21B2C5-6716-E8B3-5757-CC49FA8F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91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A2A534-A4C3-C265-A722-B87B05CF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715108-021A-FF82-18DC-66964E348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5EC232-F164-89DC-32A2-1A2CB2B9B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24215-15C8-834D-9601-CA5F7EA08A9D}" type="datetimeFigureOut">
              <a:rPr kumimoji="1" lang="ja-JP" altLang="en-US" smtClean="0"/>
              <a:t>2026/8/28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590951-A33E-B344-572E-5C56438D2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904758-F34D-67B2-6570-815ACC933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AEE7F-49C8-7441-9132-8CC97503C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29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グループ化 286">
            <a:extLst>
              <a:ext uri="{FF2B5EF4-FFF2-40B4-BE49-F238E27FC236}">
                <a16:creationId xmlns:a16="http://schemas.microsoft.com/office/drawing/2014/main" id="{CBFA37CD-BCB4-BC3E-2883-483B86EA36E4}"/>
              </a:ext>
            </a:extLst>
          </p:cNvPr>
          <p:cNvGrpSpPr/>
          <p:nvPr/>
        </p:nvGrpSpPr>
        <p:grpSpPr>
          <a:xfrm>
            <a:off x="716699" y="1083895"/>
            <a:ext cx="5847949" cy="2769988"/>
            <a:chOff x="1279792" y="1935387"/>
            <a:chExt cx="10442549" cy="4946304"/>
          </a:xfrm>
        </p:grpSpPr>
        <p:grpSp>
          <p:nvGrpSpPr>
            <p:cNvPr id="282" name="グループ化 281">
              <a:extLst>
                <a:ext uri="{FF2B5EF4-FFF2-40B4-BE49-F238E27FC236}">
                  <a16:creationId xmlns:a16="http://schemas.microsoft.com/office/drawing/2014/main" id="{AB16EC73-80AC-C2FF-E355-99EF02EEFBCD}"/>
                </a:ext>
              </a:extLst>
            </p:cNvPr>
            <p:cNvGrpSpPr/>
            <p:nvPr/>
          </p:nvGrpSpPr>
          <p:grpSpPr>
            <a:xfrm>
              <a:off x="1279792" y="1935387"/>
              <a:ext cx="10442549" cy="4946304"/>
              <a:chOff x="3392371" y="2881318"/>
              <a:chExt cx="10442549" cy="4946304"/>
            </a:xfrm>
          </p:grpSpPr>
          <p:cxnSp>
            <p:nvCxnSpPr>
              <p:cNvPr id="280" name="直線矢印コネクタ 279">
                <a:extLst>
                  <a:ext uri="{FF2B5EF4-FFF2-40B4-BE49-F238E27FC236}">
                    <a16:creationId xmlns:a16="http://schemas.microsoft.com/office/drawing/2014/main" id="{A6963601-0E80-244F-D9C4-0FB79EDABE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29540" y="5833271"/>
                <a:ext cx="2182372" cy="107035"/>
              </a:xfrm>
              <a:prstGeom prst="straightConnector1">
                <a:avLst/>
              </a:prstGeom>
              <a:ln w="25400">
                <a:solidFill>
                  <a:srgbClr val="941100"/>
                </a:solidFill>
                <a:headEnd type="none" w="lg" len="lg"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1" name="テキスト ボックス 280">
                    <a:extLst>
                      <a:ext uri="{FF2B5EF4-FFF2-40B4-BE49-F238E27FC236}">
                        <a16:creationId xmlns:a16="http://schemas.microsoft.com/office/drawing/2014/main" id="{58D5C621-9923-2B0B-ECE1-0DFCBDE51F35}"/>
                      </a:ext>
                    </a:extLst>
                  </p:cNvPr>
                  <p:cNvSpPr txBox="1"/>
                  <p:nvPr/>
                </p:nvSpPr>
                <p:spPr>
                  <a:xfrm>
                    <a:off x="11173686" y="5315592"/>
                    <a:ext cx="1139253" cy="657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792" i="1">
                                <a:solidFill>
                                  <a:srgbClr val="9411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792" i="1">
                                <a:solidFill>
                                  <a:srgbClr val="9411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ja-JP" sz="1792" i="1">
                                <a:solidFill>
                                  <a:srgbClr val="9411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r>
                      <a:rPr lang="en-US" altLang="ja-JP" sz="1792" dirty="0">
                        <a:solidFill>
                          <a:srgbClr val="941100"/>
                        </a:solidFill>
                        <a:latin typeface="Helvetica" pitchFamily="2" charset="0"/>
                      </a:rPr>
                      <a:t>||z</a:t>
                    </a:r>
                    <a:endParaRPr lang="ja-JP" altLang="en-US" sz="1792">
                      <a:solidFill>
                        <a:srgbClr val="941100"/>
                      </a:solidFill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281" name="テキスト ボックス 280">
                    <a:extLst>
                      <a:ext uri="{FF2B5EF4-FFF2-40B4-BE49-F238E27FC236}">
                        <a16:creationId xmlns:a16="http://schemas.microsoft.com/office/drawing/2014/main" id="{58D5C621-9923-2B0B-ECE1-0DFCBDE51F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73686" y="5315592"/>
                    <a:ext cx="1139253" cy="65733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6667" r="-784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8" name="テキスト ボックス 137">
                    <a:extLst>
                      <a:ext uri="{FF2B5EF4-FFF2-40B4-BE49-F238E27FC236}">
                        <a16:creationId xmlns:a16="http://schemas.microsoft.com/office/drawing/2014/main" id="{3836A6F4-E813-7E08-4091-7064A06481E1}"/>
                      </a:ext>
                    </a:extLst>
                  </p:cNvPr>
                  <p:cNvSpPr txBox="1"/>
                  <p:nvPr/>
                </p:nvSpPr>
                <p:spPr>
                  <a:xfrm>
                    <a:off x="7742432" y="6880520"/>
                    <a:ext cx="1036664" cy="68801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sSubSup>
                            <m:sSubSupPr>
                              <m:ctrlPr>
                                <a:rPr lang="en-US" altLang="ja-JP" sz="1792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1792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ja-JP" sz="1792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792" i="1">
                                  <a:latin typeface="Cambria Math" panose="02040503050406030204" pitchFamily="18" charset="0"/>
                                </a:rPr>
                                <m:t>ab</m:t>
                              </m:r>
                            </m:sup>
                          </m:sSubSup>
                        </m:oMath>
                      </m:oMathPara>
                    </a14:m>
                    <a:endParaRPr lang="ja-JP" altLang="en-US" sz="1792">
                      <a:latin typeface="Helvetica" pitchFamily="2" charset="0"/>
                    </a:endParaRPr>
                  </a:p>
                </p:txBody>
              </p:sp>
            </mc:Choice>
            <mc:Fallback>
              <p:sp>
                <p:nvSpPr>
                  <p:cNvPr id="138" name="テキスト ボックス 137">
                    <a:extLst>
                      <a:ext uri="{FF2B5EF4-FFF2-40B4-BE49-F238E27FC236}">
                        <a16:creationId xmlns:a16="http://schemas.microsoft.com/office/drawing/2014/main" id="{3836A6F4-E813-7E08-4091-7064A06481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2432" y="6880520"/>
                    <a:ext cx="1036664" cy="68801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967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73" name="グループ化 272">
                <a:extLst>
                  <a:ext uri="{FF2B5EF4-FFF2-40B4-BE49-F238E27FC236}">
                    <a16:creationId xmlns:a16="http://schemas.microsoft.com/office/drawing/2014/main" id="{C0905D45-B175-D34E-25D3-FD78B635F437}"/>
                  </a:ext>
                </a:extLst>
              </p:cNvPr>
              <p:cNvGrpSpPr/>
              <p:nvPr/>
            </p:nvGrpSpPr>
            <p:grpSpPr>
              <a:xfrm>
                <a:off x="8398129" y="2881318"/>
                <a:ext cx="5436791" cy="4946304"/>
                <a:chOff x="8533209" y="2767017"/>
                <a:chExt cx="5436791" cy="4946304"/>
              </a:xfrm>
            </p:grpSpPr>
            <p:cxnSp>
              <p:nvCxnSpPr>
                <p:cNvPr id="163" name="直線矢印コネクタ 162">
                  <a:extLst>
                    <a:ext uri="{FF2B5EF4-FFF2-40B4-BE49-F238E27FC236}">
                      <a16:creationId xmlns:a16="http://schemas.microsoft.com/office/drawing/2014/main" id="{A828180F-2572-2A76-C4EF-4A701CB337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85701" y="5489262"/>
                  <a:ext cx="1961835" cy="33666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直線矢印コネクタ 163">
                  <a:extLst>
                    <a:ext uri="{FF2B5EF4-FFF2-40B4-BE49-F238E27FC236}">
                      <a16:creationId xmlns:a16="http://schemas.microsoft.com/office/drawing/2014/main" id="{A23E24D2-4DC8-B97D-BB20-E90D16218D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75015" y="3545255"/>
                  <a:ext cx="0" cy="23040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6" name="テキスト ボックス 165">
                  <a:extLst>
                    <a:ext uri="{FF2B5EF4-FFF2-40B4-BE49-F238E27FC236}">
                      <a16:creationId xmlns:a16="http://schemas.microsoft.com/office/drawing/2014/main" id="{1127209D-9A22-5251-3B5F-4B78912EAA94}"/>
                    </a:ext>
                  </a:extLst>
                </p:cNvPr>
                <p:cNvSpPr txBox="1"/>
                <p:nvPr/>
              </p:nvSpPr>
              <p:spPr>
                <a:xfrm>
                  <a:off x="9487270" y="7055988"/>
                  <a:ext cx="558749" cy="6573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1792" dirty="0">
                      <a:latin typeface="Helvetica" pitchFamily="2" charset="0"/>
                    </a:rPr>
                    <a:t>a</a:t>
                  </a:r>
                  <a:endParaRPr lang="ja-JP" altLang="en-US" sz="1792">
                    <a:latin typeface="Helvetica" pitchFamily="2" charset="0"/>
                  </a:endParaRPr>
                </a:p>
              </p:txBody>
            </p:sp>
            <p:sp>
              <p:nvSpPr>
                <p:cNvPr id="167" name="テキスト ボックス 166">
                  <a:extLst>
                    <a:ext uri="{FF2B5EF4-FFF2-40B4-BE49-F238E27FC236}">
                      <a16:creationId xmlns:a16="http://schemas.microsoft.com/office/drawing/2014/main" id="{07564ED6-1B52-F64D-59B6-819A836E89CB}"/>
                    </a:ext>
                  </a:extLst>
                </p:cNvPr>
                <p:cNvSpPr txBox="1"/>
                <p:nvPr/>
              </p:nvSpPr>
              <p:spPr>
                <a:xfrm>
                  <a:off x="10896790" y="4967101"/>
                  <a:ext cx="412291" cy="657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1792" dirty="0">
                      <a:latin typeface="Helvetica" pitchFamily="2" charset="0"/>
                    </a:rPr>
                    <a:t>b</a:t>
                  </a:r>
                  <a:endParaRPr lang="ja-JP" altLang="en-US" sz="1792">
                    <a:latin typeface="Helvetica" pitchFamily="2" charset="0"/>
                  </a:endParaRPr>
                </a:p>
              </p:txBody>
            </p:sp>
            <p:sp>
              <p:nvSpPr>
                <p:cNvPr id="168" name="テキスト ボックス 167">
                  <a:extLst>
                    <a:ext uri="{FF2B5EF4-FFF2-40B4-BE49-F238E27FC236}">
                      <a16:creationId xmlns:a16="http://schemas.microsoft.com/office/drawing/2014/main" id="{9404FDFA-6D9A-BC28-CD99-A17DE035B442}"/>
                    </a:ext>
                  </a:extLst>
                </p:cNvPr>
                <p:cNvSpPr txBox="1"/>
                <p:nvPr/>
              </p:nvSpPr>
              <p:spPr>
                <a:xfrm>
                  <a:off x="9315746" y="3384708"/>
                  <a:ext cx="953768" cy="6573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1792" dirty="0">
                      <a:latin typeface="Helvetica" pitchFamily="2" charset="0"/>
                    </a:rPr>
                    <a:t>c||y</a:t>
                  </a:r>
                  <a:endParaRPr lang="ja-JP" altLang="en-US" sz="1792">
                    <a:latin typeface="Helvetica" pitchFamily="2" charset="0"/>
                  </a:endParaRPr>
                </a:p>
              </p:txBody>
            </p:sp>
            <p:cxnSp>
              <p:nvCxnSpPr>
                <p:cNvPr id="169" name="直線矢印コネクタ 168">
                  <a:extLst>
                    <a:ext uri="{FF2B5EF4-FFF2-40B4-BE49-F238E27FC236}">
                      <a16:creationId xmlns:a16="http://schemas.microsoft.com/office/drawing/2014/main" id="{0F552283-D02D-F298-96BF-56C965E280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70405" y="5832286"/>
                  <a:ext cx="4090233" cy="97097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olid"/>
                  <a:headEnd type="none" w="lg" len="lg"/>
                  <a:tailEnd type="arrow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線矢印コネクタ 172">
                  <a:extLst>
                    <a:ext uri="{FF2B5EF4-FFF2-40B4-BE49-F238E27FC236}">
                      <a16:creationId xmlns:a16="http://schemas.microsoft.com/office/drawing/2014/main" id="{BDF1A5B9-9F6A-0B12-4E21-AB65A92FCA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561782" y="5588270"/>
                  <a:ext cx="670254" cy="54103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フリーフォーム 201">
                  <a:extLst>
                    <a:ext uri="{FF2B5EF4-FFF2-40B4-BE49-F238E27FC236}">
                      <a16:creationId xmlns:a16="http://schemas.microsoft.com/office/drawing/2014/main" id="{AE4CE200-85AC-C1F4-18A9-5BB3351356E7}"/>
                    </a:ext>
                  </a:extLst>
                </p:cNvPr>
                <p:cNvSpPr/>
                <p:nvPr/>
              </p:nvSpPr>
              <p:spPr>
                <a:xfrm>
                  <a:off x="8727440" y="5253535"/>
                  <a:ext cx="5242560" cy="2023568"/>
                </a:xfrm>
                <a:custGeom>
                  <a:avLst/>
                  <a:gdLst>
                    <a:gd name="csX0" fmla="*/ 0 w 5242560"/>
                    <a:gd name="csY0" fmla="*/ 659585 h 2023568"/>
                    <a:gd name="csX1" fmla="*/ 1270000 w 5242560"/>
                    <a:gd name="csY1" fmla="*/ 19505 h 2023568"/>
                    <a:gd name="csX2" fmla="*/ 426720 w 5242560"/>
                    <a:gd name="csY2" fmla="*/ 1319985 h 2023568"/>
                    <a:gd name="csX3" fmla="*/ 2499360 w 5242560"/>
                    <a:gd name="csY3" fmla="*/ 324305 h 2023568"/>
                    <a:gd name="csX4" fmla="*/ 1666240 w 5242560"/>
                    <a:gd name="csY4" fmla="*/ 1645105 h 2023568"/>
                    <a:gd name="csX5" fmla="*/ 3830320 w 5242560"/>
                    <a:gd name="csY5" fmla="*/ 649425 h 2023568"/>
                    <a:gd name="csX6" fmla="*/ 3017520 w 5242560"/>
                    <a:gd name="csY6" fmla="*/ 2021025 h 2023568"/>
                    <a:gd name="csX7" fmla="*/ 5242560 w 5242560"/>
                    <a:gd name="csY7" fmla="*/ 1015185 h 20235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5242560" h="2023568">
                      <a:moveTo>
                        <a:pt x="0" y="659585"/>
                      </a:moveTo>
                      <a:cubicBezTo>
                        <a:pt x="599440" y="284511"/>
                        <a:pt x="1198880" y="-90562"/>
                        <a:pt x="1270000" y="19505"/>
                      </a:cubicBezTo>
                      <a:cubicBezTo>
                        <a:pt x="1341120" y="129572"/>
                        <a:pt x="221827" y="1269185"/>
                        <a:pt x="426720" y="1319985"/>
                      </a:cubicBezTo>
                      <a:cubicBezTo>
                        <a:pt x="631613" y="1370785"/>
                        <a:pt x="2292773" y="270118"/>
                        <a:pt x="2499360" y="324305"/>
                      </a:cubicBezTo>
                      <a:cubicBezTo>
                        <a:pt x="2705947" y="378492"/>
                        <a:pt x="1444413" y="1590918"/>
                        <a:pt x="1666240" y="1645105"/>
                      </a:cubicBezTo>
                      <a:cubicBezTo>
                        <a:pt x="1888067" y="1699292"/>
                        <a:pt x="3605107" y="586772"/>
                        <a:pt x="3830320" y="649425"/>
                      </a:cubicBezTo>
                      <a:cubicBezTo>
                        <a:pt x="4055533" y="712078"/>
                        <a:pt x="2782147" y="1960065"/>
                        <a:pt x="3017520" y="2021025"/>
                      </a:cubicBezTo>
                      <a:cubicBezTo>
                        <a:pt x="3252893" y="2081985"/>
                        <a:pt x="4958080" y="1027038"/>
                        <a:pt x="5242560" y="1015185"/>
                      </a:cubicBezTo>
                    </a:path>
                  </a:pathLst>
                </a:cu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008"/>
                </a:p>
              </p:txBody>
            </p:sp>
            <p:cxnSp>
              <p:nvCxnSpPr>
                <p:cNvPr id="204" name="直線矢印コネクタ 203">
                  <a:extLst>
                    <a:ext uri="{FF2B5EF4-FFF2-40B4-BE49-F238E27FC236}">
                      <a16:creationId xmlns:a16="http://schemas.microsoft.com/office/drawing/2014/main" id="{C4BC5964-5489-E9FD-3F03-A365D33520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629544" y="6143628"/>
                  <a:ext cx="324799" cy="26218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直線矢印コネクタ 204">
                  <a:extLst>
                    <a:ext uri="{FF2B5EF4-FFF2-40B4-BE49-F238E27FC236}">
                      <a16:creationId xmlns:a16="http://schemas.microsoft.com/office/drawing/2014/main" id="{F53803E5-8797-85BF-C3DD-4AD9FF520B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898913" y="5910331"/>
                  <a:ext cx="685514" cy="553355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線矢印コネクタ 205">
                  <a:extLst>
                    <a:ext uri="{FF2B5EF4-FFF2-40B4-BE49-F238E27FC236}">
                      <a16:creationId xmlns:a16="http://schemas.microsoft.com/office/drawing/2014/main" id="{018C5F77-9BE4-5216-4851-FDBD20B50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62434" y="5903796"/>
                  <a:ext cx="221534" cy="178825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線矢印コネクタ 206">
                  <a:extLst>
                    <a:ext uri="{FF2B5EF4-FFF2-40B4-BE49-F238E27FC236}">
                      <a16:creationId xmlns:a16="http://schemas.microsoft.com/office/drawing/2014/main" id="{211882D6-C0C4-E314-359F-7E87C236A8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92046" y="5266233"/>
                  <a:ext cx="685514" cy="553355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線矢印コネクタ 208">
                  <a:extLst>
                    <a:ext uri="{FF2B5EF4-FFF2-40B4-BE49-F238E27FC236}">
                      <a16:creationId xmlns:a16="http://schemas.microsoft.com/office/drawing/2014/main" id="{D9EEE5F3-938C-439D-FD4A-2A1C3269D7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54688" y="5629379"/>
                  <a:ext cx="319987" cy="25829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線矢印コネクタ 209">
                  <a:extLst>
                    <a:ext uri="{FF2B5EF4-FFF2-40B4-BE49-F238E27FC236}">
                      <a16:creationId xmlns:a16="http://schemas.microsoft.com/office/drawing/2014/main" id="{79C481C6-5E17-5F86-1E82-D0EE608EA8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81546" y="5943531"/>
                  <a:ext cx="571285" cy="461148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直線矢印コネクタ 210">
                  <a:extLst>
                    <a:ext uri="{FF2B5EF4-FFF2-40B4-BE49-F238E27FC236}">
                      <a16:creationId xmlns:a16="http://schemas.microsoft.com/office/drawing/2014/main" id="{2B93F76C-F72A-8C3A-2646-7896AC85C3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66608" y="6010906"/>
                  <a:ext cx="560918" cy="45278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線矢印コネクタ 220">
                  <a:extLst>
                    <a:ext uri="{FF2B5EF4-FFF2-40B4-BE49-F238E27FC236}">
                      <a16:creationId xmlns:a16="http://schemas.microsoft.com/office/drawing/2014/main" id="{70EA3564-D23A-66DA-723B-6B2EB0A73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373201" y="6265319"/>
                  <a:ext cx="726464" cy="58641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直線矢印コネクタ 223">
                  <a:extLst>
                    <a:ext uri="{FF2B5EF4-FFF2-40B4-BE49-F238E27FC236}">
                      <a16:creationId xmlns:a16="http://schemas.microsoft.com/office/drawing/2014/main" id="{86EED0E3-8338-C571-43D2-F796CC7BCB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968023" y="6343079"/>
                  <a:ext cx="400158" cy="32301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直線矢印コネクタ 225">
                  <a:extLst>
                    <a:ext uri="{FF2B5EF4-FFF2-40B4-BE49-F238E27FC236}">
                      <a16:creationId xmlns:a16="http://schemas.microsoft.com/office/drawing/2014/main" id="{7765BD33-0B22-6D76-0150-F9144C2865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732661" y="6581778"/>
                  <a:ext cx="726464" cy="58641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線矢印コネクタ 226">
                  <a:extLst>
                    <a:ext uri="{FF2B5EF4-FFF2-40B4-BE49-F238E27FC236}">
                      <a16:creationId xmlns:a16="http://schemas.microsoft.com/office/drawing/2014/main" id="{2EED3403-FECD-EB85-5AB9-A0AF6A5B91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123336" y="6659538"/>
                  <a:ext cx="604305" cy="48780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headEnd type="triangle" w="lg" len="lg"/>
                  <a:tailEnd type="non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0" name="テキスト ボックス 229">
                      <a:extLst>
                        <a:ext uri="{FF2B5EF4-FFF2-40B4-BE49-F238E27FC236}">
                          <a16:creationId xmlns:a16="http://schemas.microsoft.com/office/drawing/2014/main" id="{7906824B-CEE9-E5AF-E971-EB3C4E2823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881755" y="6772883"/>
                      <a:ext cx="1036664" cy="68801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1792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1792" i="1"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ja-JP" sz="1792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ja-JP" sz="1792" i="1">
                                    <a:latin typeface="Cambria Math" panose="02040503050406030204" pitchFamily="18" charset="0"/>
                                  </a:rPr>
                                  <m:t>ab</m:t>
                                </m:r>
                              </m:sup>
                            </m:sSubSup>
                          </m:oMath>
                        </m:oMathPara>
                      </a14:m>
                      <a:endParaRPr lang="ja-JP" altLang="en-US" sz="1792"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30" name="テキスト ボックス 229">
                      <a:extLst>
                        <a:ext uri="{FF2B5EF4-FFF2-40B4-BE49-F238E27FC236}">
                          <a16:creationId xmlns:a16="http://schemas.microsoft.com/office/drawing/2014/main" id="{7906824B-CEE9-E5AF-E971-EB3C4E2823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881755" y="6772883"/>
                      <a:ext cx="1036664" cy="68801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64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61" name="グループ化 260">
                  <a:extLst>
                    <a:ext uri="{FF2B5EF4-FFF2-40B4-BE49-F238E27FC236}">
                      <a16:creationId xmlns:a16="http://schemas.microsoft.com/office/drawing/2014/main" id="{DE724569-61CD-2196-43CD-D1CEC6DBB5FC}"/>
                    </a:ext>
                  </a:extLst>
                </p:cNvPr>
                <p:cNvGrpSpPr/>
                <p:nvPr/>
              </p:nvGrpSpPr>
              <p:grpSpPr>
                <a:xfrm>
                  <a:off x="10057428" y="2767017"/>
                  <a:ext cx="3889380" cy="2168594"/>
                  <a:chOff x="10343185" y="2867033"/>
                  <a:chExt cx="3889380" cy="2168594"/>
                </a:xfrm>
              </p:grpSpPr>
              <p:sp>
                <p:nvSpPr>
                  <p:cNvPr id="231" name="平行四辺形 230">
                    <a:extLst>
                      <a:ext uri="{FF2B5EF4-FFF2-40B4-BE49-F238E27FC236}">
                        <a16:creationId xmlns:a16="http://schemas.microsoft.com/office/drawing/2014/main" id="{33DB8473-11AA-21A8-455F-1F94ECAF246B}"/>
                      </a:ext>
                    </a:extLst>
                  </p:cNvPr>
                  <p:cNvSpPr/>
                  <p:nvPr/>
                </p:nvSpPr>
                <p:spPr>
                  <a:xfrm>
                    <a:off x="10343185" y="3918845"/>
                    <a:ext cx="3889380" cy="1112094"/>
                  </a:xfrm>
                  <a:prstGeom prst="parallelogram">
                    <a:avLst>
                      <a:gd name="adj" fmla="val 100228"/>
                    </a:avLst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008"/>
                  </a:p>
                </p:txBody>
              </p:sp>
              <p:cxnSp>
                <p:nvCxnSpPr>
                  <p:cNvPr id="232" name="直線矢印コネクタ 231">
                    <a:extLst>
                      <a:ext uri="{FF2B5EF4-FFF2-40B4-BE49-F238E27FC236}">
                        <a16:creationId xmlns:a16="http://schemas.microsoft.com/office/drawing/2014/main" id="{7040B4D2-7532-2F89-5AEB-F634084289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599726" y="4019624"/>
                    <a:ext cx="1171259" cy="20099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直線矢印コネクタ 232">
                    <a:extLst>
                      <a:ext uri="{FF2B5EF4-FFF2-40B4-BE49-F238E27FC236}">
                        <a16:creationId xmlns:a16="http://schemas.microsoft.com/office/drawing/2014/main" id="{6C671A39-4F9D-9185-C333-FAB4A3054F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589040" y="2876652"/>
                    <a:ext cx="0" cy="1367296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直線矢印コネクタ 233">
                    <a:extLst>
                      <a:ext uri="{FF2B5EF4-FFF2-40B4-BE49-F238E27FC236}">
                        <a16:creationId xmlns:a16="http://schemas.microsoft.com/office/drawing/2014/main" id="{586F11AB-860A-7C43-45D8-2425A6E4B5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590000" y="4220621"/>
                    <a:ext cx="97801" cy="762205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直線矢印コネクタ 238">
                    <a:extLst>
                      <a:ext uri="{FF2B5EF4-FFF2-40B4-BE49-F238E27FC236}">
                        <a16:creationId xmlns:a16="http://schemas.microsoft.com/office/drawing/2014/main" id="{E868FB70-885A-7E63-4892-8E3E706CD1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598767" y="3453571"/>
                    <a:ext cx="949326" cy="766307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直線矢印コネクタ 241">
                    <a:extLst>
                      <a:ext uri="{FF2B5EF4-FFF2-40B4-BE49-F238E27FC236}">
                        <a16:creationId xmlns:a16="http://schemas.microsoft.com/office/drawing/2014/main" id="{D744D606-D28D-8D19-59B1-0BE21A3527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2510767" y="3472838"/>
                    <a:ext cx="0" cy="690712"/>
                  </a:xfrm>
                  <a:prstGeom prst="straightConnector1">
                    <a:avLst/>
                  </a:prstGeom>
                  <a:ln w="22225" cap="rnd">
                    <a:solidFill>
                      <a:schemeClr val="tx1"/>
                    </a:solidFill>
                    <a:prstDash val="sysDot"/>
                    <a:headEnd type="non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直線矢印コネクタ 246">
                    <a:extLst>
                      <a:ext uri="{FF2B5EF4-FFF2-40B4-BE49-F238E27FC236}">
                        <a16:creationId xmlns:a16="http://schemas.microsoft.com/office/drawing/2014/main" id="{D584F32D-693E-D686-1652-D61C6731EF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1589040" y="4163550"/>
                    <a:ext cx="921727" cy="67250"/>
                  </a:xfrm>
                  <a:prstGeom prst="straightConnector1">
                    <a:avLst/>
                  </a:prstGeom>
                  <a:ln w="22225" cap="rnd">
                    <a:solidFill>
                      <a:schemeClr val="tx1"/>
                    </a:solidFill>
                    <a:prstDash val="sysDot"/>
                    <a:round/>
                    <a:headEnd type="non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1" name="円弧 250">
                    <a:extLst>
                      <a:ext uri="{FF2B5EF4-FFF2-40B4-BE49-F238E27FC236}">
                        <a16:creationId xmlns:a16="http://schemas.microsoft.com/office/drawing/2014/main" id="{F0015A59-6D8A-C8FD-53EE-71DFF459DE60}"/>
                      </a:ext>
                    </a:extLst>
                  </p:cNvPr>
                  <p:cNvSpPr/>
                  <p:nvPr/>
                </p:nvSpPr>
                <p:spPr>
                  <a:xfrm rot="6093443">
                    <a:off x="11291145" y="3654506"/>
                    <a:ext cx="914400" cy="914400"/>
                  </a:xfrm>
                  <a:prstGeom prst="arc">
                    <a:avLst/>
                  </a:prstGeom>
                  <a:ln w="12700">
                    <a:solidFill>
                      <a:srgbClr val="941651"/>
                    </a:solidFill>
                    <a:headEnd type="triangle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008"/>
                  </a:p>
                </p:txBody>
              </p:sp>
              <p:sp>
                <p:nvSpPr>
                  <p:cNvPr id="252" name="円弧 251">
                    <a:extLst>
                      <a:ext uri="{FF2B5EF4-FFF2-40B4-BE49-F238E27FC236}">
                        <a16:creationId xmlns:a16="http://schemas.microsoft.com/office/drawing/2014/main" id="{573FAD3B-C023-0F0A-9E66-A43820C17FC7}"/>
                      </a:ext>
                    </a:extLst>
                  </p:cNvPr>
                  <p:cNvSpPr/>
                  <p:nvPr/>
                </p:nvSpPr>
                <p:spPr>
                  <a:xfrm rot="19869030">
                    <a:off x="11425616" y="3601105"/>
                    <a:ext cx="747050" cy="747050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  <a:headEnd type="non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008">
                      <a:solidFill>
                        <a:schemeClr val="accent1"/>
                      </a:solidFill>
                    </a:endParaRPr>
                  </a:p>
                </p:txBody>
              </p:sp>
              <p:sp>
                <p:nvSpPr>
                  <p:cNvPr id="253" name="テキスト ボックス 252">
                    <a:extLst>
                      <a:ext uri="{FF2B5EF4-FFF2-40B4-BE49-F238E27FC236}">
                        <a16:creationId xmlns:a16="http://schemas.microsoft.com/office/drawing/2014/main" id="{33539BF7-F663-3884-1CCE-6C75E5A7A6DC}"/>
                      </a:ext>
                    </a:extLst>
                  </p:cNvPr>
                  <p:cNvSpPr txBox="1"/>
                  <p:nvPr/>
                </p:nvSpPr>
                <p:spPr>
                  <a:xfrm>
                    <a:off x="11234852" y="4501381"/>
                    <a:ext cx="501500" cy="53424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1344" dirty="0">
                        <a:latin typeface="Helvetica" pitchFamily="2" charset="0"/>
                      </a:rPr>
                      <a:t>a</a:t>
                    </a:r>
                    <a:endParaRPr lang="ja-JP" altLang="en-US" sz="1344">
                      <a:latin typeface="Helvetica" pitchFamily="2" charset="0"/>
                    </a:endParaRPr>
                  </a:p>
                </p:txBody>
              </p:sp>
              <p:sp>
                <p:nvSpPr>
                  <p:cNvPr id="254" name="テキスト ボックス 253">
                    <a:extLst>
                      <a:ext uri="{FF2B5EF4-FFF2-40B4-BE49-F238E27FC236}">
                        <a16:creationId xmlns:a16="http://schemas.microsoft.com/office/drawing/2014/main" id="{AEB3A726-D49B-E314-E291-99FC7A46CF14}"/>
                      </a:ext>
                    </a:extLst>
                  </p:cNvPr>
                  <p:cNvSpPr txBox="1"/>
                  <p:nvPr/>
                </p:nvSpPr>
                <p:spPr>
                  <a:xfrm>
                    <a:off x="12705284" y="3848232"/>
                    <a:ext cx="412291" cy="5342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1344" dirty="0">
                        <a:latin typeface="Helvetica" pitchFamily="2" charset="0"/>
                      </a:rPr>
                      <a:t>b</a:t>
                    </a:r>
                    <a:endParaRPr lang="ja-JP" altLang="en-US" sz="1344">
                      <a:latin typeface="Helvetica" pitchFamily="2" charset="0"/>
                    </a:endParaRPr>
                  </a:p>
                </p:txBody>
              </p:sp>
              <p:sp>
                <p:nvSpPr>
                  <p:cNvPr id="255" name="テキスト ボックス 254">
                    <a:extLst>
                      <a:ext uri="{FF2B5EF4-FFF2-40B4-BE49-F238E27FC236}">
                        <a16:creationId xmlns:a16="http://schemas.microsoft.com/office/drawing/2014/main" id="{1168DFFE-E3DE-C4B0-8E8B-3F0C3684A863}"/>
                      </a:ext>
                    </a:extLst>
                  </p:cNvPr>
                  <p:cNvSpPr txBox="1"/>
                  <p:nvPr/>
                </p:nvSpPr>
                <p:spPr>
                  <a:xfrm>
                    <a:off x="11138795" y="2867033"/>
                    <a:ext cx="484326" cy="53424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1344" dirty="0">
                        <a:latin typeface="Helvetica" pitchFamily="2" charset="0"/>
                      </a:rPr>
                      <a:t>c</a:t>
                    </a:r>
                    <a:endParaRPr lang="ja-JP" altLang="en-US" sz="1344"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6" name="テキスト ボックス 255">
                        <a:extLst>
                          <a:ext uri="{FF2B5EF4-FFF2-40B4-BE49-F238E27FC236}">
                            <a16:creationId xmlns:a16="http://schemas.microsoft.com/office/drawing/2014/main" id="{9BD37570-505B-BB1E-E9CF-F3AB19655D6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706933" y="4376721"/>
                        <a:ext cx="1895741" cy="5342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>
                              <m:r>
                                <a:rPr lang="en-US" altLang="ja-JP" sz="1344" i="1">
                                  <a:solidFill>
                                    <a:srgbClr val="9416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altLang="ja-JP" sz="1344" i="1">
                                  <a:solidFill>
                                    <a:srgbClr val="9416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=108.5°</m:t>
                              </m:r>
                            </m:oMath>
                          </m:oMathPara>
                        </a14:m>
                        <a:endParaRPr lang="ja-JP" altLang="en-US" sz="1344">
                          <a:solidFill>
                            <a:srgbClr val="941651"/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56" name="テキスト ボックス 255">
                        <a:extLst>
                          <a:ext uri="{FF2B5EF4-FFF2-40B4-BE49-F238E27FC236}">
                            <a16:creationId xmlns:a16="http://schemas.microsoft.com/office/drawing/2014/main" id="{9BD37570-505B-BB1E-E9CF-F3AB19655D6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706933" y="4376721"/>
                        <a:ext cx="1895741" cy="534246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4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7" name="テキスト ボックス 256">
                        <a:extLst>
                          <a:ext uri="{FF2B5EF4-FFF2-40B4-BE49-F238E27FC236}">
                            <a16:creationId xmlns:a16="http://schemas.microsoft.com/office/drawing/2014/main" id="{60F7556B-97DF-3025-4B45-BE381C7756C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477349" y="3010594"/>
                        <a:ext cx="1689188" cy="53424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ja-JP" sz="1344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1344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=49.5°</m:t>
                              </m:r>
                            </m:oMath>
                          </m:oMathPara>
                        </a14:m>
                        <a:endParaRPr lang="ja-JP" altLang="en-US" sz="1344">
                          <a:solidFill>
                            <a:schemeClr val="accent1"/>
                          </a:solidFill>
                          <a:latin typeface="Helvetica" pitchFamily="2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57" name="テキスト ボックス 256">
                        <a:extLst>
                          <a:ext uri="{FF2B5EF4-FFF2-40B4-BE49-F238E27FC236}">
                            <a16:creationId xmlns:a16="http://schemas.microsoft.com/office/drawing/2014/main" id="{60F7556B-97DF-3025-4B45-BE381C7756C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477349" y="3010594"/>
                        <a:ext cx="1689188" cy="534246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59" name="テキスト ボックス 258">
                  <a:extLst>
                    <a:ext uri="{FF2B5EF4-FFF2-40B4-BE49-F238E27FC236}">
                      <a16:creationId xmlns:a16="http://schemas.microsoft.com/office/drawing/2014/main" id="{BDCEC4A6-3CA7-44A4-BBF5-05E68A6C35BF}"/>
                    </a:ext>
                  </a:extLst>
                </p:cNvPr>
                <p:cNvSpPr txBox="1"/>
                <p:nvPr/>
              </p:nvSpPr>
              <p:spPr>
                <a:xfrm>
                  <a:off x="8533209" y="2865813"/>
                  <a:ext cx="896519" cy="718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16" dirty="0">
                      <a:latin typeface="Helvetica" pitchFamily="2" charset="0"/>
                    </a:rPr>
                    <a:t>(b)</a:t>
                  </a:r>
                  <a:endParaRPr lang="ja-JP" altLang="en-US" sz="2016">
                    <a:latin typeface="Helvetica" pitchFamily="2" charset="0"/>
                  </a:endParaRPr>
                </a:p>
              </p:txBody>
            </p:sp>
            <p:cxnSp>
              <p:nvCxnSpPr>
                <p:cNvPr id="165" name="直線矢印コネクタ 164">
                  <a:extLst>
                    <a:ext uri="{FF2B5EF4-FFF2-40B4-BE49-F238E27FC236}">
                      <a16:creationId xmlns:a16="http://schemas.microsoft.com/office/drawing/2014/main" id="{E64EF558-44FB-EB7F-3881-C4B8B3FBA6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79383" y="5832286"/>
                  <a:ext cx="202862" cy="158099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グループ化 271">
                <a:extLst>
                  <a:ext uri="{FF2B5EF4-FFF2-40B4-BE49-F238E27FC236}">
                    <a16:creationId xmlns:a16="http://schemas.microsoft.com/office/drawing/2014/main" id="{C2CBB37E-EF10-F319-8FD3-3CB0CC0CCFB9}"/>
                  </a:ext>
                </a:extLst>
              </p:cNvPr>
              <p:cNvGrpSpPr/>
              <p:nvPr/>
            </p:nvGrpSpPr>
            <p:grpSpPr>
              <a:xfrm>
                <a:off x="3392371" y="2980114"/>
                <a:ext cx="4833379" cy="4844453"/>
                <a:chOff x="3392371" y="2980114"/>
                <a:chExt cx="4833379" cy="4844453"/>
              </a:xfrm>
            </p:grpSpPr>
            <p:cxnSp>
              <p:nvCxnSpPr>
                <p:cNvPr id="266" name="直線矢印コネクタ 265">
                  <a:extLst>
                    <a:ext uri="{FF2B5EF4-FFF2-40B4-BE49-F238E27FC236}">
                      <a16:creationId xmlns:a16="http://schemas.microsoft.com/office/drawing/2014/main" id="{7651363A-5544-3953-2409-F19B027ACF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36805" y="5836700"/>
                  <a:ext cx="2182372" cy="107035"/>
                </a:xfrm>
                <a:prstGeom prst="straightConnector1">
                  <a:avLst/>
                </a:prstGeom>
                <a:ln w="25400">
                  <a:solidFill>
                    <a:srgbClr val="941100"/>
                  </a:solidFill>
                  <a:headEnd type="none" w="lg" len="lg"/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5" name="グループ化 264">
                  <a:extLst>
                    <a:ext uri="{FF2B5EF4-FFF2-40B4-BE49-F238E27FC236}">
                      <a16:creationId xmlns:a16="http://schemas.microsoft.com/office/drawing/2014/main" id="{37E3062B-550E-002D-575B-6EB125BFD350}"/>
                    </a:ext>
                  </a:extLst>
                </p:cNvPr>
                <p:cNvGrpSpPr/>
                <p:nvPr/>
              </p:nvGrpSpPr>
              <p:grpSpPr>
                <a:xfrm>
                  <a:off x="3392371" y="2980114"/>
                  <a:ext cx="4833379" cy="4844453"/>
                  <a:chOff x="3392371" y="2980114"/>
                  <a:chExt cx="4833379" cy="4844453"/>
                </a:xfrm>
              </p:grpSpPr>
              <p:cxnSp>
                <p:nvCxnSpPr>
                  <p:cNvPr id="104" name="直線矢印コネクタ 103">
                    <a:extLst>
                      <a:ext uri="{FF2B5EF4-FFF2-40B4-BE49-F238E27FC236}">
                        <a16:creationId xmlns:a16="http://schemas.microsoft.com/office/drawing/2014/main" id="{9887B9BA-B069-1AC0-0445-193C5AF354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49776" y="5600507"/>
                    <a:ext cx="1961835" cy="336666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直線矢印コネクタ 104">
                    <a:extLst>
                      <a:ext uri="{FF2B5EF4-FFF2-40B4-BE49-F238E27FC236}">
                        <a16:creationId xmlns:a16="http://schemas.microsoft.com/office/drawing/2014/main" id="{A4F3B25D-0E99-0660-E1C3-5E9A198FA1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39902" y="3656500"/>
                    <a:ext cx="0" cy="2304000"/>
                  </a:xfrm>
                  <a:prstGeom prst="straightConnector1">
                    <a:avLst/>
                  </a:prstGeom>
                  <a:ln w="19050" cap="flat" cmpd="sng">
                    <a:solidFill>
                      <a:schemeClr val="tx1"/>
                    </a:solidFill>
                    <a:headEnd type="none" w="sm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矢印コネクタ 105">
                    <a:extLst>
                      <a:ext uri="{FF2B5EF4-FFF2-40B4-BE49-F238E27FC236}">
                        <a16:creationId xmlns:a16="http://schemas.microsoft.com/office/drawing/2014/main" id="{F6B7D549-5A22-52D6-795E-87E2E08B15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8840" y="5943531"/>
                    <a:ext cx="202862" cy="1580993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none" w="lg" len="lg"/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テキスト ボックス 106">
                    <a:extLst>
                      <a:ext uri="{FF2B5EF4-FFF2-40B4-BE49-F238E27FC236}">
                        <a16:creationId xmlns:a16="http://schemas.microsoft.com/office/drawing/2014/main" id="{0436DC6C-FAA6-41F4-2181-A6AB5D69B244}"/>
                      </a:ext>
                    </a:extLst>
                  </p:cNvPr>
                  <p:cNvSpPr txBox="1"/>
                  <p:nvPr/>
                </p:nvSpPr>
                <p:spPr>
                  <a:xfrm>
                    <a:off x="4342108" y="7167234"/>
                    <a:ext cx="558749" cy="657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1792" dirty="0">
                        <a:latin typeface="Helvetica" pitchFamily="2" charset="0"/>
                      </a:rPr>
                      <a:t>a</a:t>
                    </a:r>
                    <a:endParaRPr lang="ja-JP" altLang="en-US" sz="1792">
                      <a:latin typeface="Helvetica" pitchFamily="2" charset="0"/>
                    </a:endParaRPr>
                  </a:p>
                </p:txBody>
              </p:sp>
              <p:sp>
                <p:nvSpPr>
                  <p:cNvPr id="108" name="テキスト ボックス 107">
                    <a:extLst>
                      <a:ext uri="{FF2B5EF4-FFF2-40B4-BE49-F238E27FC236}">
                        <a16:creationId xmlns:a16="http://schemas.microsoft.com/office/drawing/2014/main" id="{D4E98586-4F7F-A5CC-E8A4-6AE0E2B7226F}"/>
                      </a:ext>
                    </a:extLst>
                  </p:cNvPr>
                  <p:cNvSpPr txBox="1"/>
                  <p:nvPr/>
                </p:nvSpPr>
                <p:spPr>
                  <a:xfrm>
                    <a:off x="5751629" y="5078347"/>
                    <a:ext cx="412291" cy="6573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1792" dirty="0">
                        <a:latin typeface="Helvetica" pitchFamily="2" charset="0"/>
                      </a:rPr>
                      <a:t>b</a:t>
                    </a:r>
                    <a:endParaRPr lang="ja-JP" altLang="en-US" sz="1792">
                      <a:latin typeface="Helvetica" pitchFamily="2" charset="0"/>
                    </a:endParaRPr>
                  </a:p>
                </p:txBody>
              </p:sp>
              <p:sp>
                <p:nvSpPr>
                  <p:cNvPr id="109" name="テキスト ボックス 108">
                    <a:extLst>
                      <a:ext uri="{FF2B5EF4-FFF2-40B4-BE49-F238E27FC236}">
                        <a16:creationId xmlns:a16="http://schemas.microsoft.com/office/drawing/2014/main" id="{5850D560-78C8-1994-DC7D-D66B2C22F7C2}"/>
                      </a:ext>
                    </a:extLst>
                  </p:cNvPr>
                  <p:cNvSpPr txBox="1"/>
                  <p:nvPr/>
                </p:nvSpPr>
                <p:spPr>
                  <a:xfrm>
                    <a:off x="4170585" y="3495953"/>
                    <a:ext cx="953767" cy="657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1792" dirty="0">
                        <a:latin typeface="Helvetica" pitchFamily="2" charset="0"/>
                      </a:rPr>
                      <a:t>c||y</a:t>
                    </a:r>
                    <a:endParaRPr lang="ja-JP" altLang="en-US" sz="1792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110" name="直線矢印コネクタ 109">
                    <a:extLst>
                      <a:ext uri="{FF2B5EF4-FFF2-40B4-BE49-F238E27FC236}">
                        <a16:creationId xmlns:a16="http://schemas.microsoft.com/office/drawing/2014/main" id="{F12917AC-EBD1-4120-57DD-1F793F0E4B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25244" y="5943531"/>
                    <a:ext cx="4090233" cy="97097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lg" len="lg"/>
                    <a:tailEnd type="arrow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直線矢印コネクタ 111">
                    <a:extLst>
                      <a:ext uri="{FF2B5EF4-FFF2-40B4-BE49-F238E27FC236}">
                        <a16:creationId xmlns:a16="http://schemas.microsoft.com/office/drawing/2014/main" id="{1C97BDAE-27A8-2447-CF52-ED32D14485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37866" y="5186121"/>
                    <a:ext cx="0" cy="756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直線矢印コネクタ 121">
                    <a:extLst>
                      <a:ext uri="{FF2B5EF4-FFF2-40B4-BE49-F238E27FC236}">
                        <a16:creationId xmlns:a16="http://schemas.microsoft.com/office/drawing/2014/main" id="{2010195D-1CDF-D9C7-F412-70886257BB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33010" y="5663122"/>
                    <a:ext cx="0" cy="33186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直線矢印コネクタ 123">
                    <a:extLst>
                      <a:ext uri="{FF2B5EF4-FFF2-40B4-BE49-F238E27FC236}">
                        <a16:creationId xmlns:a16="http://schemas.microsoft.com/office/drawing/2014/main" id="{7D53B89C-E44C-A1C0-2D51-CDC3833CF8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130793" y="5974287"/>
                    <a:ext cx="0" cy="218185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直線矢印コネクタ 126">
                    <a:extLst>
                      <a:ext uri="{FF2B5EF4-FFF2-40B4-BE49-F238E27FC236}">
                        <a16:creationId xmlns:a16="http://schemas.microsoft.com/office/drawing/2014/main" id="{BA3BF608-1B19-B5E2-EEA1-DEA5578092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96125" y="5450440"/>
                    <a:ext cx="0" cy="792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直線矢印コネクタ 128">
                    <a:extLst>
                      <a:ext uri="{FF2B5EF4-FFF2-40B4-BE49-F238E27FC236}">
                        <a16:creationId xmlns:a16="http://schemas.microsoft.com/office/drawing/2014/main" id="{05E82387-AFBF-3207-F1BF-0C0AAF03A8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492793" y="6291747"/>
                    <a:ext cx="0" cy="216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直線矢印コネクタ 130">
                    <a:extLst>
                      <a:ext uri="{FF2B5EF4-FFF2-40B4-BE49-F238E27FC236}">
                        <a16:creationId xmlns:a16="http://schemas.microsoft.com/office/drawing/2014/main" id="{322B29C2-6E7C-0A18-48AD-B940DA0D52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578582" y="6043415"/>
                    <a:ext cx="0" cy="454821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直線矢印コネクタ 132">
                    <a:extLst>
                      <a:ext uri="{FF2B5EF4-FFF2-40B4-BE49-F238E27FC236}">
                        <a16:creationId xmlns:a16="http://schemas.microsoft.com/office/drawing/2014/main" id="{45CDA080-49EA-9FA8-3737-C98045B0BD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954525" y="6360091"/>
                    <a:ext cx="0" cy="612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直線矢印コネクタ 133">
                    <a:extLst>
                      <a:ext uri="{FF2B5EF4-FFF2-40B4-BE49-F238E27FC236}">
                        <a16:creationId xmlns:a16="http://schemas.microsoft.com/office/drawing/2014/main" id="{4822E1C9-1AC1-2EF7-A953-076C532B06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308863" y="6689348"/>
                    <a:ext cx="0" cy="503999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直線矢印コネクタ 135">
                    <a:extLst>
                      <a:ext uri="{FF2B5EF4-FFF2-40B4-BE49-F238E27FC236}">
                        <a16:creationId xmlns:a16="http://schemas.microsoft.com/office/drawing/2014/main" id="{B4D674A7-9D74-4CF5-7429-D9533474DE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575291" y="6748858"/>
                    <a:ext cx="0" cy="756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" name="フリーフォーム 150">
                    <a:extLst>
                      <a:ext uri="{FF2B5EF4-FFF2-40B4-BE49-F238E27FC236}">
                        <a16:creationId xmlns:a16="http://schemas.microsoft.com/office/drawing/2014/main" id="{DFD56DAD-2DF0-61B9-7D5B-2E001F462BC8}"/>
                      </a:ext>
                    </a:extLst>
                  </p:cNvPr>
                  <p:cNvSpPr/>
                  <p:nvPr/>
                </p:nvSpPr>
                <p:spPr>
                  <a:xfrm>
                    <a:off x="3581831" y="5164514"/>
                    <a:ext cx="4643919" cy="2378342"/>
                  </a:xfrm>
                  <a:custGeom>
                    <a:avLst/>
                    <a:gdLst>
                      <a:gd name="csX0" fmla="*/ 0 w 4643919"/>
                      <a:gd name="csY0" fmla="*/ 1349302 h 2378342"/>
                      <a:gd name="csX1" fmla="*/ 534256 w 4643919"/>
                      <a:gd name="csY1" fmla="*/ 3387 h 2378342"/>
                      <a:gd name="csX2" fmla="*/ 1202076 w 4643919"/>
                      <a:gd name="csY2" fmla="*/ 1698623 h 2378342"/>
                      <a:gd name="csX3" fmla="*/ 1839074 w 4643919"/>
                      <a:gd name="csY3" fmla="*/ 291064 h 2378342"/>
                      <a:gd name="csX4" fmla="*/ 2517168 w 4643919"/>
                      <a:gd name="csY4" fmla="*/ 2017122 h 2378342"/>
                      <a:gd name="csX5" fmla="*/ 3205537 w 4643919"/>
                      <a:gd name="csY5" fmla="*/ 568466 h 2378342"/>
                      <a:gd name="csX6" fmla="*/ 3924728 w 4643919"/>
                      <a:gd name="csY6" fmla="*/ 2376717 h 2378342"/>
                      <a:gd name="csX7" fmla="*/ 4643919 w 4643919"/>
                      <a:gd name="csY7" fmla="*/ 907513 h 23783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4643919" h="2378342">
                        <a:moveTo>
                          <a:pt x="0" y="1349302"/>
                        </a:moveTo>
                        <a:cubicBezTo>
                          <a:pt x="166955" y="647234"/>
                          <a:pt x="333910" y="-54833"/>
                          <a:pt x="534256" y="3387"/>
                        </a:cubicBezTo>
                        <a:cubicBezTo>
                          <a:pt x="734602" y="61607"/>
                          <a:pt x="984606" y="1650677"/>
                          <a:pt x="1202076" y="1698623"/>
                        </a:cubicBezTo>
                        <a:cubicBezTo>
                          <a:pt x="1419546" y="1746569"/>
                          <a:pt x="1619892" y="237981"/>
                          <a:pt x="1839074" y="291064"/>
                        </a:cubicBezTo>
                        <a:cubicBezTo>
                          <a:pt x="2058256" y="344147"/>
                          <a:pt x="2289424" y="1970888"/>
                          <a:pt x="2517168" y="2017122"/>
                        </a:cubicBezTo>
                        <a:cubicBezTo>
                          <a:pt x="2744912" y="2063356"/>
                          <a:pt x="2970944" y="508534"/>
                          <a:pt x="3205537" y="568466"/>
                        </a:cubicBezTo>
                        <a:cubicBezTo>
                          <a:pt x="3440130" y="628398"/>
                          <a:pt x="3684998" y="2320209"/>
                          <a:pt x="3924728" y="2376717"/>
                        </a:cubicBezTo>
                        <a:cubicBezTo>
                          <a:pt x="4164458" y="2433225"/>
                          <a:pt x="4464121" y="998268"/>
                          <a:pt x="4643919" y="907513"/>
                        </a:cubicBezTo>
                      </a:path>
                    </a:pathLst>
                  </a:custGeom>
                  <a:noFill/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1008"/>
                  </a:p>
                </p:txBody>
              </p:sp>
              <p:cxnSp>
                <p:nvCxnSpPr>
                  <p:cNvPr id="154" name="直線矢印コネクタ 153">
                    <a:extLst>
                      <a:ext uri="{FF2B5EF4-FFF2-40B4-BE49-F238E27FC236}">
                        <a16:creationId xmlns:a16="http://schemas.microsoft.com/office/drawing/2014/main" id="{07D39736-9719-9D8D-358F-F1C7A82238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62910" y="6103786"/>
                    <a:ext cx="0" cy="720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直線矢印コネクタ 156">
                    <a:extLst>
                      <a:ext uri="{FF2B5EF4-FFF2-40B4-BE49-F238E27FC236}">
                        <a16:creationId xmlns:a16="http://schemas.microsoft.com/office/drawing/2014/main" id="{C44EBA3B-0BB4-3AD2-1CB9-F9A99A9F0D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680453" y="5994988"/>
                    <a:ext cx="0" cy="324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直線矢印コネクタ 157">
                    <a:extLst>
                      <a:ext uri="{FF2B5EF4-FFF2-40B4-BE49-F238E27FC236}">
                        <a16:creationId xmlns:a16="http://schemas.microsoft.com/office/drawing/2014/main" id="{CAD95791-1B1B-3DFF-3C07-57ED2A544B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216107" y="6424796"/>
                    <a:ext cx="0" cy="648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直線矢印コネクタ 158">
                    <a:extLst>
                      <a:ext uri="{FF2B5EF4-FFF2-40B4-BE49-F238E27FC236}">
                        <a16:creationId xmlns:a16="http://schemas.microsoft.com/office/drawing/2014/main" id="{901CFF10-1DBF-39E0-DAB0-CAAE9D9AC3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844446" y="6815348"/>
                    <a:ext cx="0" cy="180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直線矢印コネクタ 159">
                    <a:extLst>
                      <a:ext uri="{FF2B5EF4-FFF2-40B4-BE49-F238E27FC236}">
                        <a16:creationId xmlns:a16="http://schemas.microsoft.com/office/drawing/2014/main" id="{7EF6D1E7-C927-BED9-6C80-DDC4EF6DF3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63474" y="5724988"/>
                    <a:ext cx="0" cy="864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直線矢印コネクタ 160">
                    <a:extLst>
                      <a:ext uri="{FF2B5EF4-FFF2-40B4-BE49-F238E27FC236}">
                        <a16:creationId xmlns:a16="http://schemas.microsoft.com/office/drawing/2014/main" id="{92F72021-C7B6-7E35-9F8A-6D4A2F6640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034154" y="6242440"/>
                    <a:ext cx="0" cy="39600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type="none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8" name="テキスト ボックス 257">
                    <a:extLst>
                      <a:ext uri="{FF2B5EF4-FFF2-40B4-BE49-F238E27FC236}">
                        <a16:creationId xmlns:a16="http://schemas.microsoft.com/office/drawing/2014/main" id="{A7FB55BE-EF59-D798-8B77-95B2F86A4EF6}"/>
                      </a:ext>
                    </a:extLst>
                  </p:cNvPr>
                  <p:cNvSpPr txBox="1"/>
                  <p:nvPr/>
                </p:nvSpPr>
                <p:spPr>
                  <a:xfrm>
                    <a:off x="3392371" y="2980114"/>
                    <a:ext cx="896519" cy="7188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016" dirty="0">
                        <a:latin typeface="Helvetica" pitchFamily="2" charset="0"/>
                      </a:rPr>
                      <a:t>(a)</a:t>
                    </a:r>
                    <a:endParaRPr lang="ja-JP" altLang="en-US" sz="2016">
                      <a:latin typeface="Helvetica" pitchFamily="2" charset="0"/>
                    </a:endParaRP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69" name="テキスト ボックス 268">
                      <a:extLst>
                        <a:ext uri="{FF2B5EF4-FFF2-40B4-BE49-F238E27FC236}">
                          <a16:creationId xmlns:a16="http://schemas.microsoft.com/office/drawing/2014/main" id="{F07DBD9B-90CD-0031-E16A-80F8995580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80952" y="5319021"/>
                      <a:ext cx="1139253" cy="65733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ja-JP" sz="1792" i="1">
                                  <a:solidFill>
                                    <a:srgbClr val="9411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792" i="1">
                                  <a:solidFill>
                                    <a:srgbClr val="9411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ja-JP" sz="1792" i="1">
                                  <a:solidFill>
                                    <a:srgbClr val="9411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a14:m>
                      <a:r>
                        <a:rPr lang="en-US" altLang="ja-JP" sz="1792" dirty="0">
                          <a:solidFill>
                            <a:srgbClr val="941100"/>
                          </a:solidFill>
                          <a:latin typeface="Helvetica" pitchFamily="2" charset="0"/>
                        </a:rPr>
                        <a:t>||z</a:t>
                      </a:r>
                      <a:endParaRPr lang="ja-JP" altLang="en-US" sz="1792">
                        <a:solidFill>
                          <a:srgbClr val="941100"/>
                        </a:solidFill>
                        <a:latin typeface="Helvetica" pitchFamily="2" charset="0"/>
                      </a:endParaRPr>
                    </a:p>
                  </p:txBody>
                </p:sp>
              </mc:Choice>
              <mc:Fallback>
                <p:sp>
                  <p:nvSpPr>
                    <p:cNvPr id="269" name="テキスト ボックス 268">
                      <a:extLst>
                        <a:ext uri="{FF2B5EF4-FFF2-40B4-BE49-F238E27FC236}">
                          <a16:creationId xmlns:a16="http://schemas.microsoft.com/office/drawing/2014/main" id="{F07DBD9B-90CD-0031-E16A-80F8995580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80952" y="5319021"/>
                      <a:ext cx="1139253" cy="65733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6667" r="-7843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4" name="テキスト ボックス 283">
                  <a:extLst>
                    <a:ext uri="{FF2B5EF4-FFF2-40B4-BE49-F238E27FC236}">
                      <a16:creationId xmlns:a16="http://schemas.microsoft.com/office/drawing/2014/main" id="{29EF6796-06E1-B738-89C5-8135E65798A1}"/>
                    </a:ext>
                  </a:extLst>
                </p:cNvPr>
                <p:cNvSpPr txBox="1"/>
                <p:nvPr/>
              </p:nvSpPr>
              <p:spPr>
                <a:xfrm>
                  <a:off x="9946506" y="2345430"/>
                  <a:ext cx="412291" cy="534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ja-JP" sz="1344" b="1">
                            <a:latin typeface="Cambria Math" panose="02040503050406030204" pitchFamily="18" charset="0"/>
                          </a:rPr>
                          <m:t>𝐌</m:t>
                        </m:r>
                      </m:oMath>
                    </m:oMathPara>
                  </a14:m>
                  <a:endParaRPr lang="ja-JP" altLang="en-US" sz="1344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4" name="テキスト ボックス 283">
                  <a:extLst>
                    <a:ext uri="{FF2B5EF4-FFF2-40B4-BE49-F238E27FC236}">
                      <a16:creationId xmlns:a16="http://schemas.microsoft.com/office/drawing/2014/main" id="{29EF6796-06E1-B738-89C5-8135E6579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506" y="2345430"/>
                  <a:ext cx="412291" cy="534246"/>
                </a:xfrm>
                <a:prstGeom prst="rect">
                  <a:avLst/>
                </a:prstGeom>
                <a:blipFill>
                  <a:blip r:embed="rId9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5" name="テキスト ボックス 284">
                  <a:extLst>
                    <a:ext uri="{FF2B5EF4-FFF2-40B4-BE49-F238E27FC236}">
                      <a16:creationId xmlns:a16="http://schemas.microsoft.com/office/drawing/2014/main" id="{E16A0435-9612-4E4A-4AC0-EA3CB80C4196}"/>
                    </a:ext>
                  </a:extLst>
                </p:cNvPr>
                <p:cNvSpPr txBox="1"/>
                <p:nvPr/>
              </p:nvSpPr>
              <p:spPr>
                <a:xfrm>
                  <a:off x="1964240" y="3932629"/>
                  <a:ext cx="412291" cy="534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ja-JP" sz="1344" b="1">
                            <a:latin typeface="Cambria Math" panose="02040503050406030204" pitchFamily="18" charset="0"/>
                          </a:rPr>
                          <m:t>𝐌</m:t>
                        </m:r>
                      </m:oMath>
                    </m:oMathPara>
                  </a14:m>
                  <a:endParaRPr lang="ja-JP" altLang="en-US" sz="1344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5" name="テキスト ボックス 284">
                  <a:extLst>
                    <a:ext uri="{FF2B5EF4-FFF2-40B4-BE49-F238E27FC236}">
                      <a16:creationId xmlns:a16="http://schemas.microsoft.com/office/drawing/2014/main" id="{E16A0435-9612-4E4A-4AC0-EA3CB80C4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240" y="3932629"/>
                  <a:ext cx="412291" cy="534246"/>
                </a:xfrm>
                <a:prstGeom prst="rect">
                  <a:avLst/>
                </a:prstGeom>
                <a:blipFill>
                  <a:blip r:embed="rId10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6" name="テキスト ボックス 285">
                  <a:extLst>
                    <a:ext uri="{FF2B5EF4-FFF2-40B4-BE49-F238E27FC236}">
                      <a16:creationId xmlns:a16="http://schemas.microsoft.com/office/drawing/2014/main" id="{256B8DDE-2EC4-CCAB-F4AA-601E9BB28DBA}"/>
                    </a:ext>
                  </a:extLst>
                </p:cNvPr>
                <p:cNvSpPr txBox="1"/>
                <p:nvPr/>
              </p:nvSpPr>
              <p:spPr>
                <a:xfrm>
                  <a:off x="7712101" y="4191702"/>
                  <a:ext cx="412291" cy="534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ja-JP" sz="1344" b="1">
                            <a:latin typeface="Cambria Math" panose="02040503050406030204" pitchFamily="18" charset="0"/>
                          </a:rPr>
                          <m:t>𝐌</m:t>
                        </m:r>
                      </m:oMath>
                    </m:oMathPara>
                  </a14:m>
                  <a:endParaRPr lang="ja-JP" altLang="en-US" sz="1344" b="1">
                    <a:latin typeface="Helvetica" pitchFamily="2" charset="0"/>
                  </a:endParaRPr>
                </a:p>
              </p:txBody>
            </p:sp>
          </mc:Choice>
          <mc:Fallback>
            <p:sp>
              <p:nvSpPr>
                <p:cNvPr id="286" name="テキスト ボックス 285">
                  <a:extLst>
                    <a:ext uri="{FF2B5EF4-FFF2-40B4-BE49-F238E27FC236}">
                      <a16:creationId xmlns:a16="http://schemas.microsoft.com/office/drawing/2014/main" id="{256B8DDE-2EC4-CCAB-F4AA-601E9BB28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2101" y="4191702"/>
                  <a:ext cx="412291" cy="534246"/>
                </a:xfrm>
                <a:prstGeom prst="rect">
                  <a:avLst/>
                </a:prstGeom>
                <a:blipFill>
                  <a:blip r:embed="rId11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6537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Macintosh PowerPoint</Application>
  <PresentationFormat>ワイド画面</PresentationFormat>
  <Paragraphs>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Cambria Math</vt:lpstr>
      <vt:lpstr>Helvetica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Shingo Takahashi</dc:creator>
  <cp:lastModifiedBy>Shingo Takahashi</cp:lastModifiedBy>
  <cp:revision>1</cp:revision>
  <dcterms:created xsi:type="dcterms:W3CDTF">2026-08-28T02:24:39Z</dcterms:created>
  <dcterms:modified xsi:type="dcterms:W3CDTF">2026-08-28T02:25:30Z</dcterms:modified>
</cp:coreProperties>
</file>