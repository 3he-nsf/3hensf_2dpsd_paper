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4"/>
  </p:notesMasterIdLst>
  <p:sldIdLst>
    <p:sldId id="256" r:id="rId2"/>
    <p:sldId id="261" r:id="rId3"/>
    <p:sldId id="265" r:id="rId4"/>
    <p:sldId id="262" r:id="rId5"/>
    <p:sldId id="260" r:id="rId6"/>
    <p:sldId id="289" r:id="rId7"/>
    <p:sldId id="296" r:id="rId8"/>
    <p:sldId id="299" r:id="rId9"/>
    <p:sldId id="257" r:id="rId10"/>
    <p:sldId id="258" r:id="rId11"/>
    <p:sldId id="272" r:id="rId12"/>
    <p:sldId id="271" r:id="rId13"/>
    <p:sldId id="273" r:id="rId14"/>
    <p:sldId id="300" r:id="rId15"/>
    <p:sldId id="274" r:id="rId16"/>
    <p:sldId id="302" r:id="rId17"/>
    <p:sldId id="306" r:id="rId18"/>
    <p:sldId id="305" r:id="rId19"/>
    <p:sldId id="263" r:id="rId20"/>
    <p:sldId id="295" r:id="rId21"/>
    <p:sldId id="303" r:id="rId22"/>
    <p:sldId id="304" r:id="rId23"/>
    <p:sldId id="264" r:id="rId24"/>
    <p:sldId id="279" r:id="rId25"/>
    <p:sldId id="307" r:id="rId26"/>
    <p:sldId id="259" r:id="rId27"/>
    <p:sldId id="266" r:id="rId28"/>
    <p:sldId id="267" r:id="rId29"/>
    <p:sldId id="268" r:id="rId30"/>
    <p:sldId id="269" r:id="rId31"/>
    <p:sldId id="270" r:id="rId32"/>
    <p:sldId id="276" r:id="rId33"/>
    <p:sldId id="278" r:id="rId34"/>
    <p:sldId id="275" r:id="rId35"/>
    <p:sldId id="277" r:id="rId36"/>
    <p:sldId id="281" r:id="rId37"/>
    <p:sldId id="280" r:id="rId38"/>
    <p:sldId id="288" r:id="rId39"/>
    <p:sldId id="294" r:id="rId40"/>
    <p:sldId id="282" r:id="rId41"/>
    <p:sldId id="283" r:id="rId42"/>
    <p:sldId id="284" r:id="rId43"/>
    <p:sldId id="285" r:id="rId44"/>
    <p:sldId id="286" r:id="rId45"/>
    <p:sldId id="301" r:id="rId46"/>
    <p:sldId id="290" r:id="rId47"/>
    <p:sldId id="297" r:id="rId48"/>
    <p:sldId id="291" r:id="rId49"/>
    <p:sldId id="298" r:id="rId50"/>
    <p:sldId id="292" r:id="rId51"/>
    <p:sldId id="293" r:id="rId52"/>
    <p:sldId id="287" r:id="rId53"/>
  </p:sldIdLst>
  <p:sldSz cx="12247563" cy="1224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8" userDrawn="1">
          <p15:clr>
            <a:srgbClr val="A4A3A4"/>
          </p15:clr>
        </p15:guide>
        <p15:guide id="2" pos="24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B0B"/>
    <a:srgbClr val="0404FF"/>
    <a:srgbClr val="000000"/>
    <a:srgbClr val="9999FF"/>
    <a:srgbClr val="CCDFF5"/>
    <a:srgbClr val="B0FFFF"/>
    <a:srgbClr val="868686"/>
    <a:srgbClr val="0B76A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84"/>
    <p:restoredTop sz="94737"/>
  </p:normalViewPr>
  <p:slideViewPr>
    <p:cSldViewPr snapToGrid="0">
      <p:cViewPr>
        <p:scale>
          <a:sx n="54" d="100"/>
          <a:sy n="54" d="100"/>
        </p:scale>
        <p:origin x="1384" y="1424"/>
      </p:cViewPr>
      <p:guideLst>
        <p:guide orient="horz" pos="3858"/>
        <p:guide pos="24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C597-236F-2C4A-9699-EC0B76E604FA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9D07D-B4CB-4644-8E0A-B82CFD78DE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31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1pPr>
    <a:lvl2pPr marL="56308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2pPr>
    <a:lvl3pPr marL="112617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3pPr>
    <a:lvl4pPr marL="168926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4pPr>
    <a:lvl5pPr marL="225235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5pPr>
    <a:lvl6pPr marL="281543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6pPr>
    <a:lvl7pPr marL="337852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7pPr>
    <a:lvl8pPr marL="394161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8pPr>
    <a:lvl9pPr marL="450470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06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D1BB-8014-4CCA-C238-A6426338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D1B87B-7BAA-8F6E-D3F2-73053A19E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72ED0C-6644-B997-59DC-E306CD1D1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8080A6-CD08-7413-7646-A25C1F5B5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80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39B3-9E49-95DB-7769-7BF06CAE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E741F0-6FD3-C589-682F-E7FE17450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7BF1C-9808-7F8B-D0EE-D32853B85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3663C-5597-51CD-31D2-407B4B9E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5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C128-83A4-27FF-AED1-DCE464C9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692A89-2951-5052-B3B6-F06A1F1C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E5E72-D1FB-6F51-97D3-14608CB5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1D8B0-30C4-C4EB-CB5F-24EE5FED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209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8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2528-2C0C-F145-E9B2-BCCA3E46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0DDFB-EB8E-7BD3-98A6-04ACA3C2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BD2224-7541-26D3-18EC-F1324153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11C11-CC67-02B5-D2B4-E825BB61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884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897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73F0-2920-AF2C-1DE5-AB25F6DC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51F945-D231-F347-CB65-798F40DA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9AD6AF-0D40-AC0A-E4DD-8E10826E7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7222A4-64DE-F9C5-884F-4BBDB585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817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2519-835A-997A-A01E-6A58C2A1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C69503D-CEF3-B79F-F534-9ED3E82D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07963E-B33C-7E32-F088-6A3EBECA9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B7CE2D-82B1-B396-4AAD-73874E68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00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27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2A0-293A-36B6-4F75-0F45DDBB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EDE57F-166F-F8CF-1492-81C05DB57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84A45F-8708-B3C2-CFF6-2412BF27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740DF2-ECB4-F9EC-F4A2-649F4F47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343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80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41C5-162D-B011-B430-61888824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61FE78-DE82-5293-057D-48E37AF3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49FD17-103F-CC6B-949A-9E64F8696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513D3-F9BA-1800-1475-F9199767E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419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83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CDE-89C4-CCE0-2514-6EE03BAA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41D4451-8688-72F1-495A-BC5EA63D4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995856-AE8F-88CF-FF8D-DEF7160D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2E789B-0C85-F1CE-A4C9-4D2A7E978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6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70E2-FDE4-7D18-DDAB-E721D0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31481A-373C-D25F-6EC3-6E4BB9CE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60C9-D0F0-46A1-5512-560216ED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FE8E71-29EF-6DD0-B9C8-AAD9D7073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136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028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030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093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553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686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08-10C6-6014-E09D-C2BA0C8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B81321-F7DC-43C8-8CFB-CF5174528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CE4AA1-E96D-FA1D-E2D7-50E4111C2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37723-8573-BC0F-67AD-4746E9456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79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0CE-27FF-6069-AEF6-5E38167E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486364-1081-47CC-AA60-85FE9531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4DA814-3753-DB75-28F1-9A9999405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440F6B-4742-B542-6BD6-E969CB118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867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37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96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CD9E-7F96-8243-B3DF-31139FB4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4854D1-FEB8-88C1-BA5B-C61765E8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140BD3-3940-21D1-AAE2-42DF06FE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1BE3F9-28E2-4601-643C-734AD74D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7884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F168-3969-4D55-EA47-42E0737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CC4C4A-04EB-EDE9-2368-9E365B5E8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DC58E6-A37C-D418-24DB-7FE74CF86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87B940-E2D5-B13A-7C21-718714F5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17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9F4C-1D0F-7176-5C46-E55FA061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DFFCA7-9358-6EC1-4046-C73C5B93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754938-D157-0EDB-8F4F-CB3212466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396E44-027B-2C0B-BC4C-EABD6B89A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594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FB75-B4D4-1A16-0177-3153F6B0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4C66A3-A248-7C21-B6DD-461EF732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201C22-559D-24D9-7AF1-9B3B24EAD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0E2FB8-7EB4-5A17-DA66-E1923458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51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03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567" y="2004145"/>
            <a:ext cx="10410429" cy="4263414"/>
          </a:xfrm>
        </p:spPr>
        <p:txBody>
          <a:bodyPr anchor="b"/>
          <a:lstStyle>
            <a:lvl1pPr algn="ctr">
              <a:defRPr sz="80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0946" y="6431973"/>
            <a:ext cx="9185672" cy="2956608"/>
          </a:xfrm>
        </p:spPr>
        <p:txBody>
          <a:bodyPr/>
          <a:lstStyle>
            <a:lvl1pPr marL="0" indent="0" algn="ctr">
              <a:buNone/>
              <a:defRPr sz="3215"/>
            </a:lvl1pPr>
            <a:lvl2pPr marL="612374" indent="0" algn="ctr">
              <a:buNone/>
              <a:defRPr sz="2679"/>
            </a:lvl2pPr>
            <a:lvl3pPr marL="1224747" indent="0" algn="ctr">
              <a:buNone/>
              <a:defRPr sz="2411"/>
            </a:lvl3pPr>
            <a:lvl4pPr marL="1837121" indent="0" algn="ctr">
              <a:buNone/>
              <a:defRPr sz="2143"/>
            </a:lvl4pPr>
            <a:lvl5pPr marL="2449495" indent="0" algn="ctr">
              <a:buNone/>
              <a:defRPr sz="2143"/>
            </a:lvl5pPr>
            <a:lvl6pPr marL="3061868" indent="0" algn="ctr">
              <a:buNone/>
              <a:defRPr sz="2143"/>
            </a:lvl6pPr>
            <a:lvl7pPr marL="3674242" indent="0" algn="ctr">
              <a:buNone/>
              <a:defRPr sz="2143"/>
            </a:lvl7pPr>
            <a:lvl8pPr marL="4286616" indent="0" algn="ctr">
              <a:buNone/>
              <a:defRPr sz="2143"/>
            </a:lvl8pPr>
            <a:lvl9pPr marL="4898989" indent="0" algn="ctr">
              <a:buNone/>
              <a:defRPr sz="214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870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03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42" y="3052993"/>
            <a:ext cx="10563523" cy="5093985"/>
          </a:xfrm>
        </p:spPr>
        <p:txBody>
          <a:bodyPr anchor="b"/>
          <a:lstStyle>
            <a:lvl1pPr>
              <a:defRPr sz="80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642" y="8195169"/>
            <a:ext cx="10563523" cy="2678806"/>
          </a:xfrm>
        </p:spPr>
        <p:txBody>
          <a:bodyPr/>
          <a:lstStyle>
            <a:lvl1pPr marL="0" indent="0">
              <a:buNone/>
              <a:defRPr sz="3215">
                <a:solidFill>
                  <a:schemeClr val="tx1">
                    <a:tint val="82000"/>
                  </a:schemeClr>
                </a:solidFill>
              </a:defRPr>
            </a:lvl1pPr>
            <a:lvl2pPr marL="612374" indent="0">
              <a:buNone/>
              <a:defRPr sz="2679">
                <a:solidFill>
                  <a:schemeClr val="tx1">
                    <a:tint val="82000"/>
                  </a:schemeClr>
                </a:solidFill>
              </a:defRPr>
            </a:lvl2pPr>
            <a:lvl3pPr marL="1224747" indent="0">
              <a:buNone/>
              <a:defRPr sz="2411">
                <a:solidFill>
                  <a:schemeClr val="tx1">
                    <a:tint val="82000"/>
                  </a:schemeClr>
                </a:solidFill>
              </a:defRPr>
            </a:lvl3pPr>
            <a:lvl4pPr marL="1837121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4pPr>
            <a:lvl5pPr marL="2449495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5pPr>
            <a:lvl6pPr marL="3061868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6pPr>
            <a:lvl7pPr marL="3674242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7pPr>
            <a:lvl8pPr marL="4286616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8pPr>
            <a:lvl9pPr marL="4898989" indent="0">
              <a:buNone/>
              <a:defRPr sz="21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8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2020" y="3259924"/>
            <a:ext cx="520521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329" y="3259924"/>
            <a:ext cx="520521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25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615" y="651988"/>
            <a:ext cx="10563523" cy="236698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617" y="3001966"/>
            <a:ext cx="5181292" cy="1471217"/>
          </a:xfrm>
        </p:spPr>
        <p:txBody>
          <a:bodyPr anchor="b"/>
          <a:lstStyle>
            <a:lvl1pPr marL="0" indent="0">
              <a:buNone/>
              <a:defRPr sz="3215" b="1"/>
            </a:lvl1pPr>
            <a:lvl2pPr marL="612374" indent="0">
              <a:buNone/>
              <a:defRPr sz="2679" b="1"/>
            </a:lvl2pPr>
            <a:lvl3pPr marL="1224747" indent="0">
              <a:buNone/>
              <a:defRPr sz="2411" b="1"/>
            </a:lvl3pPr>
            <a:lvl4pPr marL="1837121" indent="0">
              <a:buNone/>
              <a:defRPr sz="2143" b="1"/>
            </a:lvl4pPr>
            <a:lvl5pPr marL="2449495" indent="0">
              <a:buNone/>
              <a:defRPr sz="2143" b="1"/>
            </a:lvl5pPr>
            <a:lvl6pPr marL="3061868" indent="0">
              <a:buNone/>
              <a:defRPr sz="2143" b="1"/>
            </a:lvl6pPr>
            <a:lvl7pPr marL="3674242" indent="0">
              <a:buNone/>
              <a:defRPr sz="2143" b="1"/>
            </a:lvl7pPr>
            <a:lvl8pPr marL="4286616" indent="0">
              <a:buNone/>
              <a:defRPr sz="2143" b="1"/>
            </a:lvl8pPr>
            <a:lvl9pPr marL="4898989" indent="0">
              <a:buNone/>
              <a:defRPr sz="214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617" y="4473182"/>
            <a:ext cx="5181292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0329" y="3001966"/>
            <a:ext cx="5206810" cy="1471217"/>
          </a:xfrm>
        </p:spPr>
        <p:txBody>
          <a:bodyPr anchor="b"/>
          <a:lstStyle>
            <a:lvl1pPr marL="0" indent="0">
              <a:buNone/>
              <a:defRPr sz="3215" b="1"/>
            </a:lvl1pPr>
            <a:lvl2pPr marL="612374" indent="0">
              <a:buNone/>
              <a:defRPr sz="2679" b="1"/>
            </a:lvl2pPr>
            <a:lvl3pPr marL="1224747" indent="0">
              <a:buNone/>
              <a:defRPr sz="2411" b="1"/>
            </a:lvl3pPr>
            <a:lvl4pPr marL="1837121" indent="0">
              <a:buNone/>
              <a:defRPr sz="2143" b="1"/>
            </a:lvl4pPr>
            <a:lvl5pPr marL="2449495" indent="0">
              <a:buNone/>
              <a:defRPr sz="2143" b="1"/>
            </a:lvl5pPr>
            <a:lvl6pPr marL="3061868" indent="0">
              <a:buNone/>
              <a:defRPr sz="2143" b="1"/>
            </a:lvl6pPr>
            <a:lvl7pPr marL="3674242" indent="0">
              <a:buNone/>
              <a:defRPr sz="2143" b="1"/>
            </a:lvl7pPr>
            <a:lvl8pPr marL="4286616" indent="0">
              <a:buNone/>
              <a:defRPr sz="2143" b="1"/>
            </a:lvl8pPr>
            <a:lvl9pPr marL="4898989" indent="0">
              <a:buNone/>
              <a:defRPr sz="214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0329" y="4473182"/>
            <a:ext cx="5206810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963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40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615" y="816398"/>
            <a:ext cx="3950158" cy="2857394"/>
          </a:xfrm>
        </p:spPr>
        <p:txBody>
          <a:bodyPr anchor="b"/>
          <a:lstStyle>
            <a:lvl1pPr>
              <a:defRPr sz="428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6809" y="1763197"/>
            <a:ext cx="6200329" cy="8702579"/>
          </a:xfrm>
        </p:spPr>
        <p:txBody>
          <a:bodyPr/>
          <a:lstStyle>
            <a:lvl1pPr>
              <a:defRPr sz="4286"/>
            </a:lvl1pPr>
            <a:lvl2pPr>
              <a:defRPr sz="3750"/>
            </a:lvl2pPr>
            <a:lvl3pPr>
              <a:defRPr sz="3215"/>
            </a:lvl3pPr>
            <a:lvl4pPr>
              <a:defRPr sz="2679"/>
            </a:lvl4pPr>
            <a:lvl5pPr>
              <a:defRPr sz="2679"/>
            </a:lvl5pPr>
            <a:lvl6pPr>
              <a:defRPr sz="2679"/>
            </a:lvl6pPr>
            <a:lvl7pPr>
              <a:defRPr sz="2679"/>
            </a:lvl7pPr>
            <a:lvl8pPr>
              <a:defRPr sz="2679"/>
            </a:lvl8pPr>
            <a:lvl9pPr>
              <a:defRPr sz="267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615" y="3673793"/>
            <a:ext cx="3950158" cy="6806155"/>
          </a:xfrm>
        </p:spPr>
        <p:txBody>
          <a:bodyPr/>
          <a:lstStyle>
            <a:lvl1pPr marL="0" indent="0">
              <a:buNone/>
              <a:defRPr sz="2143"/>
            </a:lvl1pPr>
            <a:lvl2pPr marL="612374" indent="0">
              <a:buNone/>
              <a:defRPr sz="1875"/>
            </a:lvl2pPr>
            <a:lvl3pPr marL="1224747" indent="0">
              <a:buNone/>
              <a:defRPr sz="1607"/>
            </a:lvl3pPr>
            <a:lvl4pPr marL="1837121" indent="0">
              <a:buNone/>
              <a:defRPr sz="1339"/>
            </a:lvl4pPr>
            <a:lvl5pPr marL="2449495" indent="0">
              <a:buNone/>
              <a:defRPr sz="1339"/>
            </a:lvl5pPr>
            <a:lvl6pPr marL="3061868" indent="0">
              <a:buNone/>
              <a:defRPr sz="1339"/>
            </a:lvl6pPr>
            <a:lvl7pPr marL="3674242" indent="0">
              <a:buNone/>
              <a:defRPr sz="1339"/>
            </a:lvl7pPr>
            <a:lvl8pPr marL="4286616" indent="0">
              <a:buNone/>
              <a:defRPr sz="1339"/>
            </a:lvl8pPr>
            <a:lvl9pPr marL="4898989" indent="0">
              <a:buNone/>
              <a:defRPr sz="1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95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615" y="816398"/>
            <a:ext cx="3950158" cy="2857394"/>
          </a:xfrm>
        </p:spPr>
        <p:txBody>
          <a:bodyPr anchor="b"/>
          <a:lstStyle>
            <a:lvl1pPr>
              <a:defRPr sz="428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6809" y="1763197"/>
            <a:ext cx="6200329" cy="8702579"/>
          </a:xfrm>
        </p:spPr>
        <p:txBody>
          <a:bodyPr anchor="t"/>
          <a:lstStyle>
            <a:lvl1pPr marL="0" indent="0">
              <a:buNone/>
              <a:defRPr sz="4286"/>
            </a:lvl1pPr>
            <a:lvl2pPr marL="612374" indent="0">
              <a:buNone/>
              <a:defRPr sz="3750"/>
            </a:lvl2pPr>
            <a:lvl3pPr marL="1224747" indent="0">
              <a:buNone/>
              <a:defRPr sz="3215"/>
            </a:lvl3pPr>
            <a:lvl4pPr marL="1837121" indent="0">
              <a:buNone/>
              <a:defRPr sz="2679"/>
            </a:lvl4pPr>
            <a:lvl5pPr marL="2449495" indent="0">
              <a:buNone/>
              <a:defRPr sz="2679"/>
            </a:lvl5pPr>
            <a:lvl6pPr marL="3061868" indent="0">
              <a:buNone/>
              <a:defRPr sz="2679"/>
            </a:lvl6pPr>
            <a:lvl7pPr marL="3674242" indent="0">
              <a:buNone/>
              <a:defRPr sz="2679"/>
            </a:lvl7pPr>
            <a:lvl8pPr marL="4286616" indent="0">
              <a:buNone/>
              <a:defRPr sz="2679"/>
            </a:lvl8pPr>
            <a:lvl9pPr marL="4898989" indent="0">
              <a:buNone/>
              <a:defRPr sz="267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615" y="3673793"/>
            <a:ext cx="3950158" cy="6806155"/>
          </a:xfrm>
        </p:spPr>
        <p:txBody>
          <a:bodyPr/>
          <a:lstStyle>
            <a:lvl1pPr marL="0" indent="0">
              <a:buNone/>
              <a:defRPr sz="2143"/>
            </a:lvl1pPr>
            <a:lvl2pPr marL="612374" indent="0">
              <a:buNone/>
              <a:defRPr sz="1875"/>
            </a:lvl2pPr>
            <a:lvl3pPr marL="1224747" indent="0">
              <a:buNone/>
              <a:defRPr sz="1607"/>
            </a:lvl3pPr>
            <a:lvl4pPr marL="1837121" indent="0">
              <a:buNone/>
              <a:defRPr sz="1339"/>
            </a:lvl4pPr>
            <a:lvl5pPr marL="2449495" indent="0">
              <a:buNone/>
              <a:defRPr sz="1339"/>
            </a:lvl5pPr>
            <a:lvl6pPr marL="3061868" indent="0">
              <a:buNone/>
              <a:defRPr sz="1339"/>
            </a:lvl6pPr>
            <a:lvl7pPr marL="3674242" indent="0">
              <a:buNone/>
              <a:defRPr sz="1339"/>
            </a:lvl7pPr>
            <a:lvl8pPr marL="4286616" indent="0">
              <a:buNone/>
              <a:defRPr sz="1339"/>
            </a:lvl8pPr>
            <a:lvl9pPr marL="4898989" indent="0">
              <a:buNone/>
              <a:defRPr sz="1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69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78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4663" y="651985"/>
            <a:ext cx="2640881" cy="10377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2021" y="651985"/>
            <a:ext cx="7769548" cy="103778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63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020" y="651988"/>
            <a:ext cx="10563523" cy="23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020" y="3259924"/>
            <a:ext cx="10563523" cy="7769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2020" y="11350207"/>
            <a:ext cx="2755702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9B6E-C761-2944-9DD9-97EBD619A687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7005" y="11350207"/>
            <a:ext cx="4133553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9841" y="11350207"/>
            <a:ext cx="2755702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3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24747" rtl="0" eaLnBrk="1" latinLnBrk="0" hangingPunct="1">
        <a:lnSpc>
          <a:spcPct val="90000"/>
        </a:lnSpc>
        <a:spcBef>
          <a:spcPct val="0"/>
        </a:spcBef>
        <a:buNone/>
        <a:defRPr kumimoji="1" sz="58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187" indent="-306187" algn="l" defTabSz="1224747" rtl="0" eaLnBrk="1" latinLnBrk="0" hangingPunct="1">
        <a:lnSpc>
          <a:spcPct val="90000"/>
        </a:lnSpc>
        <a:spcBef>
          <a:spcPts val="1339"/>
        </a:spcBef>
        <a:buFont typeface="Arial" panose="020B0604020202020204" pitchFamily="34" charset="0"/>
        <a:buChar char="•"/>
        <a:defRPr kumimoji="1" sz="3750" kern="1200">
          <a:solidFill>
            <a:schemeClr val="tx1"/>
          </a:solidFill>
          <a:latin typeface="+mn-lt"/>
          <a:ea typeface="+mn-ea"/>
          <a:cs typeface="+mn-cs"/>
        </a:defRPr>
      </a:lvl1pPr>
      <a:lvl2pPr marL="918561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3215" kern="1200">
          <a:solidFill>
            <a:schemeClr val="tx1"/>
          </a:solidFill>
          <a:latin typeface="+mn-lt"/>
          <a:ea typeface="+mn-ea"/>
          <a:cs typeface="+mn-cs"/>
        </a:defRPr>
      </a:lvl2pPr>
      <a:lvl3pPr marL="1530934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679" kern="1200">
          <a:solidFill>
            <a:schemeClr val="tx1"/>
          </a:solidFill>
          <a:latin typeface="+mn-lt"/>
          <a:ea typeface="+mn-ea"/>
          <a:cs typeface="+mn-cs"/>
        </a:defRPr>
      </a:lvl3pPr>
      <a:lvl4pPr marL="2143308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4pPr>
      <a:lvl5pPr marL="2755682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5pPr>
      <a:lvl6pPr marL="3368055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6pPr>
      <a:lvl7pPr marL="3980429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7pPr>
      <a:lvl8pPr marL="4592803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8pPr>
      <a:lvl9pPr marL="5205176" indent="-306187" algn="l" defTabSz="1224747" rtl="0" eaLnBrk="1" latinLnBrk="0" hangingPunct="1">
        <a:lnSpc>
          <a:spcPct val="90000"/>
        </a:lnSpc>
        <a:spcBef>
          <a:spcPts val="670"/>
        </a:spcBef>
        <a:buFont typeface="Arial" panose="020B0604020202020204" pitchFamily="34" charset="0"/>
        <a:buChar char="•"/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1pPr>
      <a:lvl2pPr marL="612374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2pPr>
      <a:lvl3pPr marL="1224747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3pPr>
      <a:lvl4pPr marL="1837121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4pPr>
      <a:lvl5pPr marL="2449495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5pPr>
      <a:lvl6pPr marL="3061868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6pPr>
      <a:lvl7pPr marL="3674242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7pPr>
      <a:lvl8pPr marL="4286616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8pPr>
      <a:lvl9pPr marL="4898989" algn="l" defTabSz="1224747" rtl="0" eaLnBrk="1" latinLnBrk="0" hangingPunct="1">
        <a:defRPr kumimoji="1" sz="24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83.png"/><Relationship Id="rId5" Type="http://schemas.openxmlformats.org/officeDocument/2006/relationships/image" Target="../media/image81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80.png"/><Relationship Id="rId9" Type="http://schemas.openxmlformats.org/officeDocument/2006/relationships/image" Target="../media/image68.png"/><Relationship Id="rId1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14.emf"/><Relationship Id="rId7" Type="http://schemas.openxmlformats.org/officeDocument/2006/relationships/image" Target="../media/image11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emf"/><Relationship Id="rId9" Type="http://schemas.openxmlformats.org/officeDocument/2006/relationships/image" Target="../media/image13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5.emf"/><Relationship Id="rId7" Type="http://schemas.openxmlformats.org/officeDocument/2006/relationships/image" Target="../media/image128.emf"/><Relationship Id="rId12" Type="http://schemas.openxmlformats.org/officeDocument/2006/relationships/image" Target="../media/image1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11" Type="http://schemas.openxmlformats.org/officeDocument/2006/relationships/image" Target="../media/image142.png"/><Relationship Id="rId5" Type="http://schemas.openxmlformats.org/officeDocument/2006/relationships/image" Target="../media/image137.emf"/><Relationship Id="rId10" Type="http://schemas.openxmlformats.org/officeDocument/2006/relationships/image" Target="../media/image141.png"/><Relationship Id="rId4" Type="http://schemas.openxmlformats.org/officeDocument/2006/relationships/image" Target="../media/image136.emf"/><Relationship Id="rId9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5.emf"/><Relationship Id="rId7" Type="http://schemas.openxmlformats.org/officeDocument/2006/relationships/image" Target="../media/image128.emf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11" Type="http://schemas.openxmlformats.org/officeDocument/2006/relationships/image" Target="../media/image147.png"/><Relationship Id="rId5" Type="http://schemas.openxmlformats.org/officeDocument/2006/relationships/image" Target="../media/image137.emf"/><Relationship Id="rId10" Type="http://schemas.openxmlformats.org/officeDocument/2006/relationships/image" Target="../media/image146.png"/><Relationship Id="rId4" Type="http://schemas.openxmlformats.org/officeDocument/2006/relationships/image" Target="../media/image136.emf"/><Relationship Id="rId9" Type="http://schemas.openxmlformats.org/officeDocument/2006/relationships/image" Target="../media/image14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46.png"/><Relationship Id="rId3" Type="http://schemas.openxmlformats.org/officeDocument/2006/relationships/image" Target="../media/image149.emf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28.emf"/><Relationship Id="rId15" Type="http://schemas.openxmlformats.org/officeDocument/2006/relationships/image" Target="../media/image142.png"/><Relationship Id="rId10" Type="http://schemas.openxmlformats.org/officeDocument/2006/relationships/image" Target="../media/image155.png"/><Relationship Id="rId4" Type="http://schemas.openxmlformats.org/officeDocument/2006/relationships/image" Target="../media/image150.emf"/><Relationship Id="rId9" Type="http://schemas.openxmlformats.org/officeDocument/2006/relationships/image" Target="../media/image154.png"/><Relationship Id="rId14" Type="http://schemas.openxmlformats.org/officeDocument/2006/relationships/image" Target="../media/image15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13" Type="http://schemas.openxmlformats.org/officeDocument/2006/relationships/image" Target="../media/image148.png"/><Relationship Id="rId18" Type="http://schemas.openxmlformats.org/officeDocument/2006/relationships/image" Target="../media/image166.emf"/><Relationship Id="rId3" Type="http://schemas.openxmlformats.org/officeDocument/2006/relationships/image" Target="../media/image128.emf"/><Relationship Id="rId7" Type="http://schemas.openxmlformats.org/officeDocument/2006/relationships/image" Target="../media/image160.png"/><Relationship Id="rId12" Type="http://schemas.openxmlformats.org/officeDocument/2006/relationships/image" Target="../media/image163.png"/><Relationship Id="rId17" Type="http://schemas.openxmlformats.org/officeDocument/2006/relationships/image" Target="../media/image136.emf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49.emf"/><Relationship Id="rId5" Type="http://schemas.openxmlformats.org/officeDocument/2006/relationships/image" Target="../media/image159.png"/><Relationship Id="rId15" Type="http://schemas.openxmlformats.org/officeDocument/2006/relationships/image" Target="../media/image165.emf"/><Relationship Id="rId10" Type="http://schemas.openxmlformats.org/officeDocument/2006/relationships/image" Target="../media/image162.png"/><Relationship Id="rId4" Type="http://schemas.openxmlformats.org/officeDocument/2006/relationships/image" Target="../media/image151.png"/><Relationship Id="rId9" Type="http://schemas.openxmlformats.org/officeDocument/2006/relationships/image" Target="../media/image161.png"/><Relationship Id="rId14" Type="http://schemas.openxmlformats.org/officeDocument/2006/relationships/image" Target="../media/image16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70.png"/><Relationship Id="rId18" Type="http://schemas.openxmlformats.org/officeDocument/2006/relationships/image" Target="../media/image173.png"/><Relationship Id="rId3" Type="http://schemas.openxmlformats.org/officeDocument/2006/relationships/image" Target="../media/image167.emf"/><Relationship Id="rId7" Type="http://schemas.openxmlformats.org/officeDocument/2006/relationships/image" Target="../media/image151.png"/><Relationship Id="rId12" Type="http://schemas.openxmlformats.org/officeDocument/2006/relationships/image" Target="../media/image169.png"/><Relationship Id="rId17" Type="http://schemas.openxmlformats.org/officeDocument/2006/relationships/image" Target="../media/image17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emf"/><Relationship Id="rId11" Type="http://schemas.openxmlformats.org/officeDocument/2006/relationships/image" Target="../media/image149.emf"/><Relationship Id="rId5" Type="http://schemas.openxmlformats.org/officeDocument/2006/relationships/image" Target="../media/image165.emf"/><Relationship Id="rId15" Type="http://schemas.openxmlformats.org/officeDocument/2006/relationships/image" Target="../media/image135.emf"/><Relationship Id="rId10" Type="http://schemas.openxmlformats.org/officeDocument/2006/relationships/image" Target="../media/image160.png"/><Relationship Id="rId4" Type="http://schemas.openxmlformats.org/officeDocument/2006/relationships/image" Target="../media/image168.emf"/><Relationship Id="rId9" Type="http://schemas.openxmlformats.org/officeDocument/2006/relationships/image" Target="../media/image154.png"/><Relationship Id="rId14" Type="http://schemas.openxmlformats.org/officeDocument/2006/relationships/image" Target="../media/image17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F835F-C46B-EEC4-B7BC-A6F2AEB8B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B40AEE-3165-DF62-F927-D1923C257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39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2F713DE-47E6-2A0F-CAC5-44A4F993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866" y="2777218"/>
            <a:ext cx="9089835" cy="70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0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E9E04F-CA17-E63B-44C4-AB745447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76" y="2201936"/>
            <a:ext cx="7578985" cy="7291176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159B5D2-F772-A134-078C-E7E1206179C3}"/>
              </a:ext>
            </a:extLst>
          </p:cNvPr>
          <p:cNvGrpSpPr/>
          <p:nvPr/>
        </p:nvGrpSpPr>
        <p:grpSpPr>
          <a:xfrm>
            <a:off x="-438034" y="4263661"/>
            <a:ext cx="1638321" cy="1957186"/>
            <a:chOff x="1569886" y="2146500"/>
            <a:chExt cx="1130057" cy="1349999"/>
          </a:xfrm>
        </p:grpSpPr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AC9CB6BA-B007-5CE6-FBE9-17E1C1C254A8}"/>
                </a:ext>
              </a:extLst>
            </p:cNvPr>
            <p:cNvCxnSpPr>
              <a:cxnSpLocks/>
            </p:cNvCxnSpPr>
            <p:nvPr/>
          </p:nvCxnSpPr>
          <p:spPr>
            <a:xfrm rot="7200000" flipH="1" flipV="1">
              <a:off x="2109886" y="2956499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8556C06-8A0E-3987-51E7-D4FD96B93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509" y="2146500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F36E0671-51BE-6B19-BC2F-9ACA088EC70A}"/>
                </a:ext>
              </a:extLst>
            </p:cNvPr>
            <p:cNvCxnSpPr>
              <a:cxnSpLocks/>
            </p:cNvCxnSpPr>
            <p:nvPr/>
          </p:nvCxnSpPr>
          <p:spPr>
            <a:xfrm rot="4200000" flipH="1" flipV="1">
              <a:off x="2159943" y="2501808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六角形 10">
            <a:extLst>
              <a:ext uri="{FF2B5EF4-FFF2-40B4-BE49-F238E27FC236}">
                <a16:creationId xmlns:a16="http://schemas.microsoft.com/office/drawing/2014/main" id="{B51F4E7A-1C3F-1F21-4184-0568A93CC6D6}"/>
              </a:ext>
            </a:extLst>
          </p:cNvPr>
          <p:cNvSpPr/>
          <p:nvPr/>
        </p:nvSpPr>
        <p:spPr>
          <a:xfrm>
            <a:off x="1818345" y="4818198"/>
            <a:ext cx="2609583" cy="260958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円柱 11">
            <a:extLst>
              <a:ext uri="{FF2B5EF4-FFF2-40B4-BE49-F238E27FC236}">
                <a16:creationId xmlns:a16="http://schemas.microsoft.com/office/drawing/2014/main" id="{52294C0D-6D8E-38DF-339F-B7CC734B7FEF}"/>
              </a:ext>
            </a:extLst>
          </p:cNvPr>
          <p:cNvSpPr/>
          <p:nvPr/>
        </p:nvSpPr>
        <p:spPr>
          <a:xfrm>
            <a:off x="-2019805" y="7147803"/>
            <a:ext cx="1569189" cy="1289840"/>
          </a:xfrm>
          <a:prstGeom prst="can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scene3d>
            <a:camera prst="orthographicFront">
              <a:rot lat="18000000" lon="9000000" rev="2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92705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AA1C510-1680-B9FF-A88C-7BF501569620}"/>
              </a:ext>
            </a:extLst>
          </p:cNvPr>
          <p:cNvGrpSpPr/>
          <p:nvPr/>
        </p:nvGrpSpPr>
        <p:grpSpPr>
          <a:xfrm>
            <a:off x="2445346" y="2487336"/>
            <a:ext cx="6377542" cy="7200633"/>
            <a:chOff x="3558743" y="921252"/>
            <a:chExt cx="4399007" cy="496674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7CB9DA6-D341-4F7F-AE29-8D4E5C471F65}"/>
                </a:ext>
              </a:extLst>
            </p:cNvPr>
            <p:cNvGrpSpPr/>
            <p:nvPr/>
          </p:nvGrpSpPr>
          <p:grpSpPr>
            <a:xfrm>
              <a:off x="3558743" y="921252"/>
              <a:ext cx="4399007" cy="4966747"/>
              <a:chOff x="3558743" y="921252"/>
              <a:chExt cx="4399007" cy="4966747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43422A4D-28B1-B507-55D5-EC116ECE0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2789" t="31862" r="16470" b="36066"/>
              <a:stretch>
                <a:fillRect/>
              </a:stretch>
            </p:blipFill>
            <p:spPr>
              <a:xfrm rot="5400000">
                <a:off x="3299247" y="1229496"/>
                <a:ext cx="4917999" cy="4399007"/>
              </a:xfrm>
              <a:prstGeom prst="rect">
                <a:avLst/>
              </a:prstGeom>
            </p:spPr>
          </p:pic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32740F9-A096-5C2C-2F30-125D3D49B260}"/>
                  </a:ext>
                </a:extLst>
              </p:cNvPr>
              <p:cNvSpPr txBox="1"/>
              <p:nvPr/>
            </p:nvSpPr>
            <p:spPr>
              <a:xfrm>
                <a:off x="6392898" y="921252"/>
                <a:ext cx="150949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 err="1">
                    <a:latin typeface="Helvetica" pitchFamily="2" charset="0"/>
                  </a:rPr>
                  <a:t>Measuable</a:t>
                </a:r>
                <a:r>
                  <a:rPr lang="en-US" altLang="ja-JP" sz="1740" dirty="0">
                    <a:latin typeface="Helvetica" pitchFamily="2" charset="0"/>
                  </a:rPr>
                  <a:t> Q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B27C730-A6E2-22A8-4054-F09A736BCBB8}"/>
                  </a:ext>
                </a:extLst>
              </p:cNvPr>
              <p:cNvSpPr txBox="1"/>
              <p:nvPr/>
            </p:nvSpPr>
            <p:spPr>
              <a:xfrm>
                <a:off x="5935362" y="3888707"/>
                <a:ext cx="104952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5CE1C80-49B4-E7EA-BBA6-ED0EDF10B339}"/>
                  </a:ext>
                </a:extLst>
              </p:cNvPr>
              <p:cNvSpPr txBox="1"/>
              <p:nvPr/>
            </p:nvSpPr>
            <p:spPr>
              <a:xfrm>
                <a:off x="4431317" y="2060456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813A5F7-1736-7405-E7A4-2CAB62CDF298}"/>
                  </a:ext>
                </a:extLst>
              </p:cNvPr>
              <p:cNvSpPr txBox="1"/>
              <p:nvPr/>
            </p:nvSpPr>
            <p:spPr>
              <a:xfrm>
                <a:off x="5618940" y="2232768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x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09A5EF9-5D6B-82DC-BE97-6F26DFFA3AE6}"/>
                  </a:ext>
                </a:extLst>
              </p:cNvPr>
              <p:cNvSpPr txBox="1"/>
              <p:nvPr/>
            </p:nvSpPr>
            <p:spPr>
              <a:xfrm>
                <a:off x="5496636" y="1750144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y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F104458-3A05-CEB1-CB87-38427B9AF64A}"/>
                  </a:ext>
                </a:extLst>
              </p:cNvPr>
              <p:cNvSpPr txBox="1"/>
              <p:nvPr/>
            </p:nvSpPr>
            <p:spPr>
              <a:xfrm>
                <a:off x="5089375" y="1467419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z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CDCD10C-0550-1D94-6302-A5770C7A7900}"/>
                  </a:ext>
                </a:extLst>
              </p:cNvPr>
              <p:cNvSpPr txBox="1"/>
              <p:nvPr/>
            </p:nvSpPr>
            <p:spPr>
              <a:xfrm>
                <a:off x="3769088" y="1603119"/>
                <a:ext cx="122864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Incident neutron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</p:grp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EDA8FB2F-E7C9-7FAF-A221-BE38FBDA860B}"/>
                </a:ext>
              </a:extLst>
            </p:cNvPr>
            <p:cNvCxnSpPr/>
            <p:nvPr/>
          </p:nvCxnSpPr>
          <p:spPr>
            <a:xfrm>
              <a:off x="4405072" y="1846347"/>
              <a:ext cx="828000" cy="3348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1B91F34-5927-2CC4-F969-DE83F196FBBC}"/>
              </a:ext>
            </a:extLst>
          </p:cNvPr>
          <p:cNvCxnSpPr>
            <a:cxnSpLocks/>
          </p:cNvCxnSpPr>
          <p:nvPr/>
        </p:nvCxnSpPr>
        <p:spPr>
          <a:xfrm rot="3600000">
            <a:off x="4349318" y="4717502"/>
            <a:ext cx="1200408" cy="4853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897DB23-B336-BFE8-673F-2DFC37F43FBC}"/>
              </a:ext>
            </a:extLst>
          </p:cNvPr>
          <p:cNvCxnSpPr>
            <a:cxnSpLocks/>
          </p:cNvCxnSpPr>
          <p:nvPr/>
        </p:nvCxnSpPr>
        <p:spPr>
          <a:xfrm rot="1200000" flipV="1">
            <a:off x="4918497" y="4046361"/>
            <a:ext cx="485820" cy="3473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9DAEDB-32B6-C9F4-A9E0-C23FF3BB75C4}"/>
              </a:ext>
            </a:extLst>
          </p:cNvPr>
          <p:cNvSpPr txBox="1"/>
          <p:nvPr/>
        </p:nvSpPr>
        <p:spPr>
          <a:xfrm>
            <a:off x="4987196" y="5132218"/>
            <a:ext cx="2004075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neutron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48BBF1E-82E3-A209-5784-E5D5A2F5067F}"/>
              </a:ext>
            </a:extLst>
          </p:cNvPr>
          <p:cNvSpPr txBox="1"/>
          <p:nvPr/>
        </p:nvSpPr>
        <p:spPr>
          <a:xfrm>
            <a:off x="5483381" y="4167485"/>
            <a:ext cx="185820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vector</a:t>
            </a:r>
            <a:endParaRPr lang="ja-JP" altLang="en-US" sz="174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8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FE4AFA7C-58A4-0CA7-F9A4-0E908C835D8B}"/>
              </a:ext>
            </a:extLst>
          </p:cNvPr>
          <p:cNvGrpSpPr/>
          <p:nvPr/>
        </p:nvGrpSpPr>
        <p:grpSpPr>
          <a:xfrm>
            <a:off x="1930051" y="3259416"/>
            <a:ext cx="8548834" cy="5910306"/>
            <a:chOff x="3203309" y="1453808"/>
            <a:chExt cx="5896689" cy="4076724"/>
          </a:xfrm>
        </p:grpSpPr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2E0A2AE0-22EE-51FB-7B9C-A7DF55D4C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583" y="3278674"/>
              <a:ext cx="329447" cy="21255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4517EB3C-7442-8B1E-8541-7FF11D7CD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1616" y="3268528"/>
              <a:ext cx="399006" cy="130245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A7ABEDD-E950-E162-CC3E-9EBC0D96B153}"/>
                </a:ext>
              </a:extLst>
            </p:cNvPr>
            <p:cNvGrpSpPr/>
            <p:nvPr/>
          </p:nvGrpSpPr>
          <p:grpSpPr>
            <a:xfrm>
              <a:off x="5622513" y="1765137"/>
              <a:ext cx="2582373" cy="1506997"/>
              <a:chOff x="5190130" y="2513163"/>
              <a:chExt cx="1805870" cy="1053853"/>
            </a:xfrm>
          </p:grpSpPr>
          <p:cxnSp>
            <p:nvCxnSpPr>
              <p:cNvPr id="5" name="直線矢印コネクタ 4">
                <a:extLst>
                  <a:ext uri="{FF2B5EF4-FFF2-40B4-BE49-F238E27FC236}">
                    <a16:creationId xmlns:a16="http://schemas.microsoft.com/office/drawing/2014/main" id="{CBC1F6C9-EB41-A12F-0B62-B02EAC6E95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90130" y="2513163"/>
                <a:ext cx="5870" cy="1053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B92D5DAC-64D3-2179-06DC-5F770E19E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6000" y="3567016"/>
                <a:ext cx="180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7F9FCF9B-DFE7-9CC1-7137-BA13B108BB2F}"/>
                </a:ext>
              </a:extLst>
            </p:cNvPr>
            <p:cNvCxnSpPr>
              <a:cxnSpLocks/>
            </p:cNvCxnSpPr>
            <p:nvPr/>
          </p:nvCxnSpPr>
          <p:spPr>
            <a:xfrm>
              <a:off x="4113803" y="2710884"/>
              <a:ext cx="1525750" cy="570518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242EDA8-2174-1EEE-4E2A-301715B54CB5}"/>
                </a:ext>
              </a:extLst>
            </p:cNvPr>
            <p:cNvSpPr txBox="1"/>
            <p:nvPr/>
          </p:nvSpPr>
          <p:spPr>
            <a:xfrm>
              <a:off x="8204885" y="309673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y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2B31084-B6CE-F13F-08BD-2F01E20589DD}"/>
                </a:ext>
              </a:extLst>
            </p:cNvPr>
            <p:cNvSpPr txBox="1"/>
            <p:nvPr/>
          </p:nvSpPr>
          <p:spPr>
            <a:xfrm>
              <a:off x="5480866" y="145380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z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42A29314-F873-1A98-3BFA-82882511A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3351" y="3268529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/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blipFill>
                  <a:blip r:embed="rId3"/>
                  <a:stretch>
                    <a:fillRect t="-8824" r="-2395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C817C0CA-DA75-075B-F56B-3FED3AD1CE9B}"/>
                </a:ext>
              </a:extLst>
            </p:cNvPr>
            <p:cNvSpPr/>
            <p:nvPr/>
          </p:nvSpPr>
          <p:spPr>
            <a:xfrm>
              <a:off x="4096155" y="3212405"/>
              <a:ext cx="1848853" cy="1848853"/>
            </a:xfrm>
            <a:prstGeom prst="ellipse">
              <a:avLst/>
            </a:prstGeom>
            <a:solidFill>
              <a:srgbClr val="0B76A0">
                <a:alpha val="29804"/>
              </a:srgbClr>
            </a:solidFill>
            <a:ln w="12700">
              <a:solidFill>
                <a:schemeClr val="accent1">
                  <a:shade val="15000"/>
                </a:schemeClr>
              </a:solidFill>
              <a:prstDash val="soli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BA3D96E2-D557-5C3A-F409-E77A4077D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2281" y="4136832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FF4B2FBA-54A6-34D3-D136-6BE56AADB418}"/>
                </a:ext>
              </a:extLst>
            </p:cNvPr>
            <p:cNvCxnSpPr>
              <a:cxnSpLocks/>
            </p:cNvCxnSpPr>
            <p:nvPr/>
          </p:nvCxnSpPr>
          <p:spPr>
            <a:xfrm>
              <a:off x="5630907" y="3275404"/>
              <a:ext cx="1530053" cy="0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A8CA4836-C2C2-C17A-6C12-DE464C5D6587}"/>
                </a:ext>
              </a:extLst>
            </p:cNvPr>
            <p:cNvSpPr/>
            <p:nvPr/>
          </p:nvSpPr>
          <p:spPr>
            <a:xfrm>
              <a:off x="7160960" y="3204868"/>
              <a:ext cx="127321" cy="1273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580E21CB-48A9-DDDB-618A-B3397947C5EA}"/>
                </a:ext>
              </a:extLst>
            </p:cNvPr>
            <p:cNvSpPr/>
            <p:nvPr/>
          </p:nvSpPr>
          <p:spPr>
            <a:xfrm>
              <a:off x="7547764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4E979C1A-1D16-30BA-1AD0-E3260BF48E21}"/>
                </a:ext>
              </a:extLst>
            </p:cNvPr>
            <p:cNvSpPr/>
            <p:nvPr/>
          </p:nvSpPr>
          <p:spPr>
            <a:xfrm>
              <a:off x="6798543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C2FDC607-576F-F8DA-84BD-902C09FEF072}"/>
                </a:ext>
              </a:extLst>
            </p:cNvPr>
            <p:cNvSpPr/>
            <p:nvPr/>
          </p:nvSpPr>
          <p:spPr>
            <a:xfrm>
              <a:off x="7817164" y="321774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26828719-C5C7-6659-8185-D850E48E4233}"/>
                </a:ext>
              </a:extLst>
            </p:cNvPr>
            <p:cNvSpPr/>
            <p:nvPr/>
          </p:nvSpPr>
          <p:spPr>
            <a:xfrm>
              <a:off x="754776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71239F3E-0DAF-1258-5E93-041855C5229A}"/>
                </a:ext>
              </a:extLst>
            </p:cNvPr>
            <p:cNvSpPr/>
            <p:nvPr/>
          </p:nvSpPr>
          <p:spPr>
            <a:xfrm>
              <a:off x="679854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42C9C412-7980-C17B-9D72-5689D9E14AF0}"/>
                </a:ext>
              </a:extLst>
            </p:cNvPr>
            <p:cNvSpPr/>
            <p:nvPr/>
          </p:nvSpPr>
          <p:spPr>
            <a:xfrm>
              <a:off x="6493238" y="321774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5CA9A36-F797-3E8D-5A7C-86DCF0E42DD1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5629301" y="2710884"/>
              <a:ext cx="1169242" cy="561250"/>
            </a:xfrm>
            <a:prstGeom prst="straightConnector1">
              <a:avLst/>
            </a:prstGeom>
            <a:ln w="412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D923E04B-3415-7C21-1FC1-74216D54A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6998" y="4570983"/>
              <a:ext cx="231210" cy="75033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98222B0-72E0-C31B-EE1B-675D84D28B78}"/>
                </a:ext>
              </a:extLst>
            </p:cNvPr>
            <p:cNvSpPr txBox="1"/>
            <p:nvPr/>
          </p:nvSpPr>
          <p:spPr>
            <a:xfrm>
              <a:off x="5717573" y="4770836"/>
              <a:ext cx="1830190" cy="494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Spin analyzer acceptance</a:t>
              </a:r>
              <a:endParaRPr lang="ja-JP" altLang="en-US" sz="2030">
                <a:latin typeface="Helvetica" pitchFamily="2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A674AAC9-763F-1F0C-CFEA-3ADBD2F2B3A3}"/>
                </a:ext>
              </a:extLst>
            </p:cNvPr>
            <p:cNvSpPr txBox="1"/>
            <p:nvPr/>
          </p:nvSpPr>
          <p:spPr>
            <a:xfrm>
              <a:off x="5318081" y="5189801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x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FB0579FF-FD22-6EE7-27D0-BC6035A17739}"/>
                </a:ext>
              </a:extLst>
            </p:cNvPr>
            <p:cNvCxnSpPr>
              <a:cxnSpLocks/>
            </p:cNvCxnSpPr>
            <p:nvPr/>
          </p:nvCxnSpPr>
          <p:spPr>
            <a:xfrm>
              <a:off x="5541555" y="4566115"/>
              <a:ext cx="205656" cy="3800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/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blipFill>
                  <a:blip r:embed="rId4"/>
                  <a:stretch>
                    <a:fillRect t="-8824" r="-3077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/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blipFill>
                  <a:blip r:embed="rId5"/>
                  <a:stretch>
                    <a:fillRect t="-9375" r="-2500" b="-28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/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blipFill>
                  <a:blip r:embed="rId6"/>
                  <a:stretch>
                    <a:fillRect l="-2419" t="-6061" r="-3226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/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blipFill>
                  <a:blip r:embed="rId7"/>
                  <a:stretch>
                    <a:fillRect l="-1242" t="-9091" r="-2484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3DF51183-ED9E-4BEC-4497-A817813B221C}"/>
                </a:ext>
              </a:extLst>
            </p:cNvPr>
            <p:cNvSpPr txBox="1"/>
            <p:nvPr/>
          </p:nvSpPr>
          <p:spPr>
            <a:xfrm>
              <a:off x="7070905" y="4329922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Magnetic reflections</a:t>
              </a: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3724A167-B674-736B-9013-3F28D3D8C5E0}"/>
                </a:ext>
              </a:extLst>
            </p:cNvPr>
            <p:cNvSpPr txBox="1"/>
            <p:nvPr/>
          </p:nvSpPr>
          <p:spPr>
            <a:xfrm>
              <a:off x="7070905" y="3942148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Nuclear reflection</a:t>
              </a:r>
            </a:p>
          </p:txBody>
        </p: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445239AF-4F04-BC26-34DA-8B135E14CB20}"/>
                </a:ext>
              </a:extLst>
            </p:cNvPr>
            <p:cNvCxnSpPr>
              <a:cxnSpLocks/>
            </p:cNvCxnSpPr>
            <p:nvPr/>
          </p:nvCxnSpPr>
          <p:spPr>
            <a:xfrm>
              <a:off x="7234226" y="3339345"/>
              <a:ext cx="187134" cy="671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5CAE3935-AFCD-829B-72C4-D553577F3FAA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6883771" y="3894832"/>
              <a:ext cx="187134" cy="574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979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2C44-13C1-10D9-6C19-CA59F422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1E4AD1A-1995-4A59-40C5-F2E57E5D7562}"/>
              </a:ext>
            </a:extLst>
          </p:cNvPr>
          <p:cNvGrpSpPr/>
          <p:nvPr/>
        </p:nvGrpSpPr>
        <p:grpSpPr>
          <a:xfrm>
            <a:off x="-1069497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7C0D4E84-9298-4E56-7B92-5919B6AB5B04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C8ED24DB-9389-05E6-170C-5AD8240FAA85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FC151B7B-3811-71AF-6B35-38D3C1F73A3D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3F1345AC-3B3B-A09B-E4B4-0FD8AF57FB20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B0B5FEC3-4DCB-A56A-4521-DFC6B931894A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39AC8115-C79B-1FBB-94E5-690072300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426D63CC-51A1-3C22-1D98-1DE90F9545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9DD0FCA6-9FDC-0DB6-847E-E68503C9A8E5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51CB573E-0CAC-58E5-F388-380051ACDB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760C1CD8-BABA-CAC1-5DF7-49295E9ADD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C11D5534-4EA0-F45A-A391-96CFA72166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3501534D-EB78-BBAA-8D3B-64D5A8830C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BB43B14D-B248-3B85-0E01-540032E480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2B16C9CE-6521-4D06-90E4-28D6125744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D6BC9BB8-52E3-D882-E708-627967C81ED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51B41B51-330A-9A2D-09FC-7171B9243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3B98CC7D-2AAF-52CF-D7A5-21091014D1BA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2E7B0E9-8602-DCDB-9951-1461733C0DEF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F471FF23-5BE7-6838-4CB7-A2C9E628B6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33D16B48-9D82-2775-0D8C-F1C5BB552B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A49441B2-1735-4C3B-9F17-79AB073455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6623E1F4-AA95-C515-E557-A0DA9BC281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6009932E-3D3F-361D-FD73-4BC204771E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36DCE813-3D31-F75A-B2EC-5FCF03E703E7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900267A2-BCC9-5562-00E8-32E5ED7A41A8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BBD1D55E-9EB1-D72D-1EDC-79851DB99A24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64491C1F-ECA3-E12E-9F2A-725BF8117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03D3EBA0-51ED-F3AC-ACF2-FE68B6A9FC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20FA1378-9526-721F-E0EB-66A792DA77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3EC6318B-2D8A-2EC8-1C13-E57FFDBE62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8BA649C2-9510-1107-878D-F1F89F66CFB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67DDF247-CCD8-5974-764F-E976808CF4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6B0DF6D2-1185-A10F-6D9A-31181317D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1BDCBA3B-B472-3FD4-0E8C-2BFDD61601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DC760FB-E670-95B4-EE2F-3BD1266B95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7AB0AA89-5423-1C7F-EFEB-5A810B82CE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32E496A4-5671-D80F-1C7C-29A6EE9FAA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56CDB54-4362-6E38-C94F-CA2D5C2FDA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CFC747E2-99CF-06E5-EB80-609DDFB833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DEFB72C5-26BB-EB1A-A36B-034E4BD0FC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151CD3F-8415-E7B4-550C-9E54084458C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924BBFD-4A38-3C80-1753-9AF02D9C5294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68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544B-6CFE-5BEA-660D-A4E043BA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28DE4F5-4DC7-A18F-2751-FED6B3152263}"/>
              </a:ext>
            </a:extLst>
          </p:cNvPr>
          <p:cNvGrpSpPr/>
          <p:nvPr/>
        </p:nvGrpSpPr>
        <p:grpSpPr>
          <a:xfrm>
            <a:off x="-1069497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8ED0AE97-1950-A207-85EC-E1F7D7ADD7DE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5153659D-9429-448C-DD2C-20748D6BE0B9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06AB17D5-C9AA-68FB-B5B9-21BFE4E70E00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B593DC89-950B-81AE-5634-65E5DB3AB67F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12137C77-FA2D-6CC8-F9B2-48E5E67C0BB8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EAA9B05D-ECC4-0F5E-7FB2-EDFF0CF28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7C036C1D-DB93-0B57-89F9-18C6852EE9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4E300581-1AE9-3A97-DDBC-864749887CD2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31642EC8-6D10-720C-4C98-94C91BD083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3F34F4EC-86BF-572A-2FBE-40CEB7388C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76B666B4-C6EC-E04A-09FC-9C8E9E7A1C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76A520C1-0199-C4DF-BE18-C0A339BE738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1BB28452-D7E2-2DFA-0186-3B3CA739D8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B0231C23-CDD7-21A1-E751-580104C198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A483448E-4466-5607-D5B0-482BBCB52E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153AEBEF-1ECB-588F-8504-EAF014445B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90B2A5E1-A855-76B8-0FC2-C09B024DA93D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11BDE4C-B864-6E30-D726-0CCEE73832BA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52F09510-E198-8CBB-5F2E-D37BED44A4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DD914798-643E-D214-78A8-A43D89F597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7AA7001D-70BC-7E92-6E04-F7DDBACADC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9D485951-CDF8-6037-F50A-A8FE6BFE79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9404722B-3E1F-7C46-7CB2-CAA021BFB4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23CE3D8D-E4CE-8CB0-2137-48E9709EFCC5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77BC7612-EF0B-EDA4-8EF7-EE9C1B117B11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51FF4316-C9F4-8731-FA0F-442586AFC4E1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B8B8FC46-8B28-94CB-983A-75C411ABC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CFFEC5D6-DE2A-132C-009D-5826942C75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40CE6ECF-429F-6206-CD5E-1FD16C8502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821CF92B-BF40-A182-6208-4302F1E4A9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0EB8A873-E745-5FF0-5DD6-7A28100B6E4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B8630ABA-F5D4-8914-863E-639031A3D4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FA1F6B40-2573-5D75-C893-84B5111ABA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734EC983-B569-88B6-8833-AE099C608E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9DB5EF6-BBD4-B971-1820-6C15FF784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0D6818C6-C04F-152A-3121-A2B3B53259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98A3D1E1-206D-5E42-1A52-22E581E55B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67D1E94B-EC2C-EB21-4FA9-176AE27693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80B1DE96-9750-30C9-0268-816F48361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AC99C71C-7FF1-F31E-D3FC-B9347FE66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A442973D-F108-7009-1492-6A455ADA933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0B52D53-DBE0-EF8F-E51B-AF3C7F6CC94F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68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38FF-AAE9-A2A2-DB17-50BA2725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01E67D3A-54C7-F6FF-FED8-FF90DA6D6932}"/>
              </a:ext>
            </a:extLst>
          </p:cNvPr>
          <p:cNvGrpSpPr/>
          <p:nvPr/>
        </p:nvGrpSpPr>
        <p:grpSpPr>
          <a:xfrm>
            <a:off x="-492808" y="1829683"/>
            <a:ext cx="11105941" cy="7693566"/>
            <a:chOff x="1543395" y="140250"/>
            <a:chExt cx="7660493" cy="5306755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AE8A0ADC-D661-957E-BB54-74F877498A4F}"/>
                </a:ext>
              </a:extLst>
            </p:cNvPr>
            <p:cNvSpPr/>
            <p:nvPr/>
          </p:nvSpPr>
          <p:spPr>
            <a:xfrm>
              <a:off x="5490439" y="1414131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C6CB7776-C563-B7F0-AAB5-F80CB30A6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5334" y="1554078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31FBCCD-5321-4977-477A-2065824521E7}"/>
                </a:ext>
              </a:extLst>
            </p:cNvPr>
            <p:cNvCxnSpPr>
              <a:cxnSpLocks/>
            </p:cNvCxnSpPr>
            <p:nvPr/>
          </p:nvCxnSpPr>
          <p:spPr>
            <a:xfrm>
              <a:off x="7390145" y="1551222"/>
              <a:ext cx="1565565" cy="7792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8184570-7EF5-B5B5-4C17-826746BE4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4940" y="1193099"/>
              <a:ext cx="336639" cy="2669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/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(only 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blipFill>
                  <a:blip r:embed="rId3"/>
                  <a:stretch>
                    <a:fillRect l="-1070" t="-7692" r="-2674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D63115-74D3-931D-77C8-8B1AD1845F6B}"/>
                </a:ext>
              </a:extLst>
            </p:cNvPr>
            <p:cNvSpPr txBox="1"/>
            <p:nvPr/>
          </p:nvSpPr>
          <p:spPr>
            <a:xfrm>
              <a:off x="6134256" y="135341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938A2C2-A318-45EB-F2D8-474142E5CCC0}"/>
                </a:ext>
              </a:extLst>
            </p:cNvPr>
            <p:cNvSpPr txBox="1"/>
            <p:nvPr/>
          </p:nvSpPr>
          <p:spPr>
            <a:xfrm>
              <a:off x="4291615" y="1029815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608CE90-CCCF-8228-1ECC-B5A3355B3313}"/>
                </a:ext>
              </a:extLst>
            </p:cNvPr>
            <p:cNvSpPr txBox="1"/>
            <p:nvPr/>
          </p:nvSpPr>
          <p:spPr>
            <a:xfrm>
              <a:off x="7383604" y="2296752"/>
              <a:ext cx="137128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point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06956A0-D6BF-73F7-FDB3-676A70AF7F5A}"/>
                </a:ext>
              </a:extLst>
            </p:cNvPr>
            <p:cNvSpPr txBox="1"/>
            <p:nvPr/>
          </p:nvSpPr>
          <p:spPr>
            <a:xfrm>
              <a:off x="5728967" y="895103"/>
              <a:ext cx="822859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Sample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6349C6B3-B5BA-3A9C-7A3D-C5C5A419B99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709024" y="519803"/>
              <a:ext cx="136277" cy="2922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C5CCE9C0-238E-2041-C42C-3EC20110D2C8}"/>
                </a:ext>
              </a:extLst>
            </p:cNvPr>
            <p:cNvCxnSpPr>
              <a:cxnSpLocks/>
            </p:cNvCxnSpPr>
            <p:nvPr/>
          </p:nvCxnSpPr>
          <p:spPr>
            <a:xfrm rot="-3180000" flipH="1">
              <a:off x="5955040" y="1629709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DB174324-F86F-6364-07CF-F1E7B81B1854}"/>
                </a:ext>
              </a:extLst>
            </p:cNvPr>
            <p:cNvSpPr txBox="1"/>
            <p:nvPr/>
          </p:nvSpPr>
          <p:spPr>
            <a:xfrm>
              <a:off x="2297799" y="1590967"/>
              <a:ext cx="1290568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Neutron spin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/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blipFill>
                  <a:blip r:embed="rId4"/>
                  <a:stretch>
                    <a:fillRect l="-730" t="-5128" r="-4380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95FDC475-732C-6B4B-AEAD-CA5785CF766C}"/>
                </a:ext>
              </a:extLst>
            </p:cNvPr>
            <p:cNvSpPr/>
            <p:nvPr/>
          </p:nvSpPr>
          <p:spPr>
            <a:xfrm>
              <a:off x="5490439" y="4014524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ABCA1D-D470-F25E-7807-9A54E2BC618C}"/>
                </a:ext>
              </a:extLst>
            </p:cNvPr>
            <p:cNvCxnSpPr>
              <a:cxnSpLocks/>
            </p:cNvCxnSpPr>
            <p:nvPr/>
          </p:nvCxnSpPr>
          <p:spPr>
            <a:xfrm>
              <a:off x="5642066" y="4178739"/>
              <a:ext cx="2907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62F47D06-E8AD-16CC-A84E-D876162D13B1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6171560" y="4187444"/>
              <a:ext cx="348703" cy="2091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4A73494F-619F-4F12-A6D1-5A6BA008012D}"/>
                </a:ext>
              </a:extLst>
            </p:cNvPr>
            <p:cNvSpPr txBox="1"/>
            <p:nvPr/>
          </p:nvSpPr>
          <p:spPr>
            <a:xfrm>
              <a:off x="6163386" y="3574003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1E422D4F-AD04-2023-672B-9053C14B50D9}"/>
                </a:ext>
              </a:extLst>
            </p:cNvPr>
            <p:cNvSpPr txBox="1"/>
            <p:nvPr/>
          </p:nvSpPr>
          <p:spPr>
            <a:xfrm>
              <a:off x="7664769" y="330565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8ACBF03-23A0-0448-B64F-F9DE3919AC95}"/>
                </a:ext>
              </a:extLst>
            </p:cNvPr>
            <p:cNvSpPr txBox="1"/>
            <p:nvPr/>
          </p:nvSpPr>
          <p:spPr>
            <a:xfrm>
              <a:off x="7386955" y="5075306"/>
              <a:ext cx="118884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2D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559DE66E-6B54-206A-A032-CFA80BBA5A1B}"/>
                </a:ext>
              </a:extLst>
            </p:cNvPr>
            <p:cNvSpPr/>
            <p:nvPr/>
          </p:nvSpPr>
          <p:spPr>
            <a:xfrm rot="16200000">
              <a:off x="6719205" y="3875092"/>
              <a:ext cx="979476" cy="568705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34BA7734-8D9D-FBEF-207D-FF85CB660D9B}"/>
                </a:ext>
              </a:extLst>
            </p:cNvPr>
            <p:cNvCxnSpPr>
              <a:cxnSpLocks/>
            </p:cNvCxnSpPr>
            <p:nvPr/>
          </p:nvCxnSpPr>
          <p:spPr>
            <a:xfrm>
              <a:off x="5639582" y="4190997"/>
              <a:ext cx="3010784" cy="565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5069EE30-97F5-56E7-B7A5-EBD9764AF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286" y="3541616"/>
              <a:ext cx="2872331" cy="624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FC8A5B18-3616-FFD1-E5CD-4AA3A331691F}"/>
                </a:ext>
              </a:extLst>
            </p:cNvPr>
            <p:cNvSpPr/>
            <p:nvPr/>
          </p:nvSpPr>
          <p:spPr>
            <a:xfrm rot="16200000">
              <a:off x="7367581" y="3688123"/>
              <a:ext cx="2603191" cy="914573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2C3DD82C-1865-BDBD-8080-77C8A6217BC5}"/>
                </a:ext>
              </a:extLst>
            </p:cNvPr>
            <p:cNvSpPr/>
            <p:nvPr/>
          </p:nvSpPr>
          <p:spPr>
            <a:xfrm>
              <a:off x="8268821" y="3355901"/>
              <a:ext cx="571839" cy="1589521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919E1B0A-2CFF-80BF-5352-319EC4A248AC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5638305" y="3355901"/>
              <a:ext cx="2916436" cy="83092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0B39659E-E002-E463-1275-2BE763392887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5605865" y="4225909"/>
              <a:ext cx="2948876" cy="71951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8E4F08C2-7FB6-1FC1-4B56-ABABE433A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9356" y="5191047"/>
              <a:ext cx="342168" cy="43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/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(out-of-plane)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blipFill>
                  <a:blip r:embed="rId5"/>
                  <a:stretch>
                    <a:fillRect l="-1117" t="-5128" r="-2793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696078BC-C551-E0A3-FC29-F7276CE16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916" y="3982817"/>
              <a:ext cx="199411" cy="9123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605B44DF-225C-1BFE-38CE-FEAA6F9F1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918" y="4379963"/>
              <a:ext cx="244086" cy="536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16FA1854-212E-31E9-ED8D-121B69E2E2B3}"/>
                </a:ext>
              </a:extLst>
            </p:cNvPr>
            <p:cNvSpPr txBox="1"/>
            <p:nvPr/>
          </p:nvSpPr>
          <p:spPr>
            <a:xfrm>
              <a:off x="5262814" y="2782248"/>
              <a:ext cx="2656103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He-NSF 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(</a:t>
              </a:r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 polarity can be flipped)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25F54F7-8892-12F2-546D-552740683493}"/>
                </a:ext>
              </a:extLst>
            </p:cNvPr>
            <p:cNvCxnSpPr>
              <a:cxnSpLocks/>
            </p:cNvCxnSpPr>
            <p:nvPr/>
          </p:nvCxnSpPr>
          <p:spPr>
            <a:xfrm>
              <a:off x="6949193" y="3319076"/>
              <a:ext cx="135867" cy="3230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991E56B2-4065-2F36-1118-3451991DB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6793" y="3804661"/>
              <a:ext cx="693649" cy="7202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7074D62A-9EAF-54CA-C77C-C8488E309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356" y="3237203"/>
              <a:ext cx="0" cy="182139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AC55D98-4802-E013-EE3B-133AB7395FB8}"/>
                </a:ext>
              </a:extLst>
            </p:cNvPr>
            <p:cNvSpPr txBox="1"/>
            <p:nvPr/>
          </p:nvSpPr>
          <p:spPr>
            <a:xfrm>
              <a:off x="1981609" y="14025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3397A5-C072-E512-2B27-0835240FA29D}"/>
                </a:ext>
              </a:extLst>
            </p:cNvPr>
            <p:cNvSpPr txBox="1"/>
            <p:nvPr/>
          </p:nvSpPr>
          <p:spPr>
            <a:xfrm>
              <a:off x="1981609" y="277453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946D801-39A0-7C40-9EAB-3E08335F7E5D}"/>
                </a:ext>
              </a:extLst>
            </p:cNvPr>
            <p:cNvCxnSpPr>
              <a:cxnSpLocks/>
            </p:cNvCxnSpPr>
            <p:nvPr/>
          </p:nvCxnSpPr>
          <p:spPr>
            <a:xfrm>
              <a:off x="1643888" y="2734866"/>
              <a:ext cx="756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B767447C-D2BB-79A8-61B3-76FE382B1E38}"/>
                </a:ext>
              </a:extLst>
            </p:cNvPr>
            <p:cNvSpPr/>
            <p:nvPr/>
          </p:nvSpPr>
          <p:spPr>
            <a:xfrm rot="17563388">
              <a:off x="8737380" y="2235501"/>
              <a:ext cx="432000" cy="187450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9D41A67-AD04-0311-4245-C0FBB9AE9DA0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1339847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560FFCD-91D9-4814-5D1E-5A388B538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1106916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6EBDB-6BF2-0FC6-3C6C-9496AFE13AAE}"/>
                </a:ext>
              </a:extLst>
            </p:cNvPr>
            <p:cNvSpPr txBox="1"/>
            <p:nvPr/>
          </p:nvSpPr>
          <p:spPr>
            <a:xfrm>
              <a:off x="2740324" y="209854"/>
              <a:ext cx="193740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(Polarizer)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1CFD567E-85DC-A1D2-6643-B258038645D5}"/>
                </a:ext>
              </a:extLst>
            </p:cNvPr>
            <p:cNvSpPr/>
            <p:nvPr/>
          </p:nvSpPr>
          <p:spPr>
            <a:xfrm>
              <a:off x="3574276" y="777223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74DCFF0-A71C-5FC1-7EB0-281370FE0F6F}"/>
                </a:ext>
              </a:extLst>
            </p:cNvPr>
            <p:cNvSpPr/>
            <p:nvPr/>
          </p:nvSpPr>
          <p:spPr>
            <a:xfrm>
              <a:off x="7106208" y="123406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AB1D36D-7932-D260-7080-C2CBA0273A8F}"/>
                </a:ext>
              </a:extLst>
            </p:cNvPr>
            <p:cNvSpPr txBox="1"/>
            <p:nvPr/>
          </p:nvSpPr>
          <p:spPr>
            <a:xfrm>
              <a:off x="2478861" y="903471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5814E3-47B2-1D30-9AA3-77868EEA646F}"/>
                </a:ext>
              </a:extLst>
            </p:cNvPr>
            <p:cNvSpPr/>
            <p:nvPr/>
          </p:nvSpPr>
          <p:spPr>
            <a:xfrm rot="1357681">
              <a:off x="9037412" y="2171810"/>
              <a:ext cx="113676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ABFC1EF6-E580-64E1-6D37-5752EFF769D1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3949705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3DC48D56-0791-20FB-F805-9525CA78B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3716774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29F78BC7-015B-979A-F96A-3292C4C307E8}"/>
                </a:ext>
              </a:extLst>
            </p:cNvPr>
            <p:cNvSpPr/>
            <p:nvPr/>
          </p:nvSpPr>
          <p:spPr>
            <a:xfrm>
              <a:off x="3648441" y="338708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5CC3FA-CEBB-AA3C-0343-36ABA4519333}"/>
                </a:ext>
              </a:extLst>
            </p:cNvPr>
            <p:cNvSpPr txBox="1"/>
            <p:nvPr/>
          </p:nvSpPr>
          <p:spPr>
            <a:xfrm>
              <a:off x="2553026" y="3513329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D3A55E4-DEAF-1D24-EC28-4F5F5872815B}"/>
                </a:ext>
              </a:extLst>
            </p:cNvPr>
            <p:cNvSpPr txBox="1"/>
            <p:nvPr/>
          </p:nvSpPr>
          <p:spPr>
            <a:xfrm>
              <a:off x="4291615" y="364208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043BA2F-1B19-E3F6-38BE-B45E40BDF28A}"/>
                </a:ext>
              </a:extLst>
            </p:cNvPr>
            <p:cNvSpPr txBox="1"/>
            <p:nvPr/>
          </p:nvSpPr>
          <p:spPr>
            <a:xfrm>
              <a:off x="7998362" y="171688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DD227887-A898-1C9B-DB3E-B6A46255F2D8}"/>
                </a:ext>
              </a:extLst>
            </p:cNvPr>
            <p:cNvSpPr txBox="1"/>
            <p:nvPr/>
          </p:nvSpPr>
          <p:spPr>
            <a:xfrm>
              <a:off x="7143786" y="737468"/>
              <a:ext cx="19263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(Analyzer)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1EA54B0-C3DB-CBD1-44C0-C965278D4152}"/>
                </a:ext>
              </a:extLst>
            </p:cNvPr>
            <p:cNvSpPr txBox="1"/>
            <p:nvPr/>
          </p:nvSpPr>
          <p:spPr>
            <a:xfrm>
              <a:off x="1543395" y="607250"/>
              <a:ext cx="1701887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Incident neutrons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BD906B9-41CD-6F66-ED0D-92DBF94CEF49}"/>
                </a:ext>
              </a:extLst>
            </p:cNvPr>
            <p:cNvCxnSpPr>
              <a:cxnSpLocks/>
            </p:cNvCxnSpPr>
            <p:nvPr/>
          </p:nvCxnSpPr>
          <p:spPr>
            <a:xfrm rot="-3300000" flipH="1">
              <a:off x="2665895" y="1337524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46906B1F-D515-AC69-40CD-3B1CBE5E62F3}"/>
                </a:ext>
              </a:extLst>
            </p:cNvPr>
            <p:cNvSpPr/>
            <p:nvPr/>
          </p:nvSpPr>
          <p:spPr>
            <a:xfrm rot="10800000">
              <a:off x="7092029" y="3798450"/>
              <a:ext cx="353054" cy="73169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3B5F2F71-4453-5D0E-55F2-64041C6A0697}"/>
                </a:ext>
              </a:extLst>
            </p:cNvPr>
            <p:cNvSpPr/>
            <p:nvPr/>
          </p:nvSpPr>
          <p:spPr>
            <a:xfrm rot="900000">
              <a:off x="4739905" y="1153707"/>
              <a:ext cx="249382" cy="454873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6693A08-F6A8-A4A5-2303-28FB4719DB0A}"/>
                </a:ext>
              </a:extLst>
            </p:cNvPr>
            <p:cNvSpPr txBox="1"/>
            <p:nvPr/>
          </p:nvSpPr>
          <p:spPr>
            <a:xfrm>
              <a:off x="4750344" y="228353"/>
              <a:ext cx="1153462" cy="80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Spin flipper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off : </a:t>
              </a:r>
              <a:r>
                <a:rPr lang="ja-JP" altLang="en-US" sz="2320">
                  <a:latin typeface="Helvetica" pitchFamily="2" charset="0"/>
                </a:rPr>
                <a:t>↑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on : </a:t>
              </a:r>
              <a:r>
                <a:rPr lang="ja-JP" altLang="en-US" sz="232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FDF52C82-61AE-0F07-269F-D6F45A89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7219" y="1022656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C81DE672-29E8-B1D2-226D-8AB0B70DF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421" y="1046963"/>
              <a:ext cx="141412" cy="206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/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3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26E104B-DBC0-446E-C76D-8F637B71B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5911" y="1499042"/>
              <a:ext cx="149606" cy="3628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259E00C6-7AA0-5E91-B47F-66100B407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729" y="2446351"/>
              <a:ext cx="252947" cy="423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E32490FA-D4F9-F967-1C9E-8A13AE5B8A34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1823864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/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blipFill>
                  <a:blip r:embed="rId7"/>
                  <a:stretch>
                    <a:fillRect b="-13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FE165166-D098-D323-B07B-55C8FDA4441D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4438146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/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E35B1CB9-DC34-D118-3F92-01D84A5AF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1042" y="4183008"/>
              <a:ext cx="43893" cy="6475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424082AC-B4EE-1B0B-FABD-A4BE8DAC1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9607" y="4176333"/>
              <a:ext cx="258934" cy="33636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7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C9F5362-D112-3805-A90A-1983C4F7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4316" y="1740712"/>
            <a:ext cx="11268181" cy="5019015"/>
          </a:xfrm>
          <a:prstGeom prst="rect">
            <a:avLst/>
          </a:prstGeom>
        </p:spPr>
      </p:pic>
      <p:sp>
        <p:nvSpPr>
          <p:cNvPr id="6" name="円柱 5">
            <a:extLst>
              <a:ext uri="{FF2B5EF4-FFF2-40B4-BE49-F238E27FC236}">
                <a16:creationId xmlns:a16="http://schemas.microsoft.com/office/drawing/2014/main" id="{984405EE-F880-D7C9-CE53-9FA18DB42D6F}"/>
              </a:ext>
            </a:extLst>
          </p:cNvPr>
          <p:cNvSpPr/>
          <p:nvPr/>
        </p:nvSpPr>
        <p:spPr>
          <a:xfrm rot="10800000">
            <a:off x="-18482" y="7868450"/>
            <a:ext cx="2931200" cy="265134"/>
          </a:xfrm>
          <a:prstGeom prst="can">
            <a:avLst/>
          </a:prstGeom>
          <a:noFill/>
          <a:ln>
            <a:solidFill>
              <a:srgbClr val="B51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7CD57551-6520-7B3D-8CEF-20CE5382B630}"/>
              </a:ext>
            </a:extLst>
          </p:cNvPr>
          <p:cNvSpPr/>
          <p:nvPr/>
        </p:nvSpPr>
        <p:spPr>
          <a:xfrm rot="10800000">
            <a:off x="-18484" y="10136816"/>
            <a:ext cx="2931200" cy="26513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52540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F7A6CD4D-AB6B-5C5A-1E56-BB067CB52E46}"/>
              </a:ext>
            </a:extLst>
          </p:cNvPr>
          <p:cNvGrpSpPr/>
          <p:nvPr/>
        </p:nvGrpSpPr>
        <p:grpSpPr>
          <a:xfrm>
            <a:off x="-879177" y="3949991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1C564E99-47BF-B1BD-3419-778B68FF6CDE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0DD4D157-E966-89C6-36B7-D8A720B55AA2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2CA7AAB-05E4-5A35-697D-5147785FFB1B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F16F9AAF-88EE-CB40-EC67-803F8C6EA340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F928DAA7-3F9B-309E-0FFB-BBCB8276C247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05003477-DD85-B7AA-C078-BA7D6CE0E652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157A28FC-B530-5145-2596-8D027E16949C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E6632747-DC88-34D5-32B6-D55CF9B2FE76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CE252C3C-4757-381D-3337-C3F4338D66F1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E67CCA46-7176-C6E1-EA5C-FA9F72FAEBD0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B523E821-5DBB-3EE1-9F23-2D5DB988C2E8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41BE1EE-9397-91EF-9C7E-A2738FDF386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C6983668-CECB-52D1-E795-C91A2C2F4CB1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1F0CC500-C76E-6F81-AB7F-0CE2874748C1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5C7D3D89-659C-8C77-5D5E-49EDA9B976FA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7C117C8B-C53A-CFC1-5CE4-CBCB5CB975A7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2D90ADEE-8B1E-B969-12D0-98E2C15096A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98E2252E-794F-23FF-C70F-8439B5A6BD7C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CDBF76BC-563C-2A91-9618-DB1B94F56F78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867A595D-F511-6A02-1458-AEE684AC89C2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AAB19653-59B7-6142-882C-F06CD41FA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96C0A1DD-3F87-B729-1E6C-7000094B7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91B4B6E3-49C0-8150-055D-8AC50CD3FD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4301CB9E-B920-12F0-7392-D06D47A687DD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C217FB8-FF15-BBFF-0C09-36D0426F87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AD5737F8-F164-22FA-C2C5-A30DC115E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96C695B7-5691-9B2B-6DDA-15524B3AC999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20DABD53-0FA8-1F70-239C-B86970BB2EDA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B789FAA8-0761-86AB-7D21-94CC4E553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5D0FFB25-E4BC-982A-9ABA-07956D5BDAF6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9EA2B3E8-4B7D-6B52-E391-8E45B07E2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14A488D1-ACE7-3B8C-9AAA-09A04982191D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BB0EA51E-5AEA-2AA3-AC22-5DFB687C0F33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0CB63B2C-5E5E-91D8-7157-DB5BA97181C5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FE4FA560-5953-2877-9B30-AE42ACD750AF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24705C5B-3559-2E1A-1242-6FD348B0E0A9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6E7D839-7C7B-4D12-5E6E-699E7F4E373A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F9B89CA2-903F-77BC-DC90-0DC50FC9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F236AD42-BEC8-D3DD-045B-49D8CBBF84C6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93B6E2F-B62F-C094-85BC-9946FF6D344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BBFAC900-9A47-C8FA-A3F2-E1E3132932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6B881E15-30CA-CBA6-64DA-BA513DAFAE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B6B74019-D525-73CE-88C9-05ECA6F85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56BD81EF-E76F-CF9F-0F15-F01633284E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2F2F349E-4D3B-2252-65CD-DD23546638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7F72C6A3-7C7E-9AB3-F786-9EB40EECC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6A3C6A2A-CE25-96E7-BD60-3F92335F8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0EEE19C1-E8FC-0573-AD48-CCBF91568B86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BA57638D-7D36-35AA-FF65-1E248D079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49A1AABA-84CB-3440-1151-A2357CE4BB0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5A501EC4-AAEB-26C3-0AAD-4E228EAF5B6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29BD2212-BA91-0432-6345-551BC28D3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C2B99A9-9F3A-8040-03FE-D882A2A25A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A797F58-2EB8-7EBE-71E9-67101A27304D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511D629A-7806-E358-1780-793B75ACBB6A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F5193AF4-D737-C616-DAA1-3FDA162893BA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3CBEB329-57CA-2D6E-81E9-24357DCE6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5E2C366-D167-F337-1479-31299A0B3B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62AE40F6-47D2-735B-1942-2E7CE2D67C92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35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AD27-27B8-6915-4311-18A6982C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85D68D65-0E0F-8FE8-44D5-81F772F4F993}"/>
              </a:ext>
            </a:extLst>
          </p:cNvPr>
          <p:cNvGrpSpPr/>
          <p:nvPr/>
        </p:nvGrpSpPr>
        <p:grpSpPr>
          <a:xfrm>
            <a:off x="-879177" y="2308686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8BEA00CE-AE8D-D77C-C351-4B6822213CDD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F8278C4C-2283-E008-ACA2-871D1A60D757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C58FB6CF-996A-3078-DE28-CF0770DB1273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5FEB478D-C1C8-6FC0-6B5A-A4B72F3D7A79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196FC690-3ECA-D5CB-A36C-E048E827BE75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C489DDFE-F575-5A81-35E1-F186B189D44E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4D7FC5C0-1331-3B54-F089-BFAC93942DF6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F642354F-9CB9-D6A3-85DC-3B43EBD863AA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DE3D0CC8-30D7-5A9B-4414-157F024FABE2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0A889B7D-F000-4506-7BE0-0430831F8532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7AF4DF76-139E-2576-59A1-85DC693BCAB0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3557D9F-F996-87D8-E636-CE0EA1AB91A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25D55AA0-F945-E36E-83B5-918125D600BF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A0435D30-AEC5-EA1B-5FE9-F4B47DB0B3C7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A9E47CD0-4331-E573-75B0-6F62C48D95DC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A08D5AC5-A748-0765-11F0-66C6B2877D23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9BAD4B3E-F8D6-4BF5-6F56-20EAFA65D37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165A0675-2CC8-0B4C-A562-C3B1E9BA082B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B8C94D9D-02D3-9086-DB3C-C9644E430F9E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F5825D9E-674B-F31F-1B91-280CF18850CA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D5CC801C-A5AA-03B2-55C9-8D54A6FBA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31EF9B32-D749-B12B-C680-1CB0D1292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AB923B5-47F9-5984-6218-CABC2D69C4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BA16E80E-7D2C-61C5-677D-B12DE85B8914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66957B1-CBA3-CDE0-AC38-71D95CB525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3F5F782F-CA69-C775-F6DD-DC16F2D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EA3F463D-E7A1-355B-40F2-C6DECED8719F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4B31AE5D-438F-BED0-417A-409EF0B5BF79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64E0DB65-AA42-0BB2-4A5D-FBA86A9A6F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7021EF9-8974-A911-1681-295C1F236F3C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CE85C9EA-84C9-6475-21C1-1A7B3CD7B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38D78327-5E3B-557C-BAC3-2CCD1AADA928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1C5090F4-B658-7F93-2BCF-5AFB49801175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4D82E73-FCF5-7D2A-98FF-FC16E98F96EB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0DA292B5-64B6-0654-D699-345EC15D516E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5FE685A7-7478-0A33-E4E9-2870C1D15EBB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50BF32F-CBA7-BA7F-0360-CD9B8BB2A2A8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EB22324D-BCAF-8918-3349-AE4531AA6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383C8CBC-2577-6AC0-E70F-C9F00B0E7B01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8D4E7DE-1277-5119-BA5B-E25CC3E95E5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DBAE7AAD-1936-25F2-0AE6-B7E8494CA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3E3A1273-7BCB-7FF2-6D3D-3110D1416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70651A2E-3BA0-09B8-5F32-614A0983F8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08238BC8-54ED-9E8F-046B-D2836672F0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2AE9917-F1CC-7065-82B2-11213F5406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EFA86554-5367-F3E4-2057-E800F36AC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1D5E2810-93F7-47E7-917E-FB3EC9B17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B8E55602-BA19-A00E-8F33-40899B685DDC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A42D04BC-D8E5-0B50-060A-D75B021F3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6246C06-C820-8745-D700-93C24545E1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B82CFE07-6820-1766-341D-9D7BF6AA2E3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5857BCD4-9E44-DDA6-8249-0BB796128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D1D8427-D540-56B4-C323-27456022E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831C093-6012-C795-7A2C-962F64C42C0F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ADDCDBD6-A42C-62A8-4A2C-DEFABC62DF3C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22094CBD-6947-C2D1-33FB-6F0B56EB9860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CB36B824-DB32-77EB-8759-CEBACCD7A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F1577166-591F-3473-7382-9A7869B877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2D90FE06-9453-FD63-1E89-CFB6F08A2300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24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B0ADA4F-093A-6372-8621-E4BCFF96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912" y="1143648"/>
            <a:ext cx="8027658" cy="9574271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75EAEC4-9499-5C70-437D-EDC997261C23}"/>
              </a:ext>
            </a:extLst>
          </p:cNvPr>
          <p:cNvGrpSpPr/>
          <p:nvPr/>
        </p:nvGrpSpPr>
        <p:grpSpPr>
          <a:xfrm rot="16200000">
            <a:off x="-263606" y="3912710"/>
            <a:ext cx="2561273" cy="4205084"/>
            <a:chOff x="1690201" y="1904427"/>
            <a:chExt cx="1766677" cy="2900521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79EBC44-4B5D-4A52-C645-28524C2B9F04}"/>
                </a:ext>
              </a:extLst>
            </p:cNvPr>
            <p:cNvSpPr/>
            <p:nvPr/>
          </p:nvSpPr>
          <p:spPr>
            <a:xfrm>
              <a:off x="2040673" y="2588321"/>
              <a:ext cx="1416205" cy="141620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A882771E-6849-AF3B-573D-C36E30E97AF0}"/>
                </a:ext>
              </a:extLst>
            </p:cNvPr>
            <p:cNvGrpSpPr/>
            <p:nvPr/>
          </p:nvGrpSpPr>
          <p:grpSpPr>
            <a:xfrm rot="1920000">
              <a:off x="1690201" y="3598729"/>
              <a:ext cx="975485" cy="1206219"/>
              <a:chOff x="1065188" y="4581148"/>
              <a:chExt cx="975485" cy="1206219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57A3D423-262D-33B5-DDF5-0A0413C39178}"/>
                  </a:ext>
                </a:extLst>
              </p:cNvPr>
              <p:cNvGrpSpPr/>
              <p:nvPr/>
            </p:nvGrpSpPr>
            <p:grpSpPr>
              <a:xfrm rot="16200000">
                <a:off x="1274265" y="4608909"/>
                <a:ext cx="557328" cy="501805"/>
                <a:chOff x="1611589" y="4646196"/>
                <a:chExt cx="702527" cy="501805"/>
              </a:xfrm>
            </p:grpSpPr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58D0274C-C254-0ED8-9832-D5AF0BE26CED}"/>
                    </a:ext>
                  </a:extLst>
                </p:cNvPr>
                <p:cNvSpPr/>
                <p:nvPr/>
              </p:nvSpPr>
              <p:spPr>
                <a:xfrm rot="5400000">
                  <a:off x="1711950" y="4545835"/>
                  <a:ext cx="501805" cy="702527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5" name="角丸四角形 14">
                  <a:extLst>
                    <a:ext uri="{FF2B5EF4-FFF2-40B4-BE49-F238E27FC236}">
                      <a16:creationId xmlns:a16="http://schemas.microsoft.com/office/drawing/2014/main" id="{1F812631-5DBD-5E38-A31A-0A922180C616}"/>
                    </a:ext>
                  </a:extLst>
                </p:cNvPr>
                <p:cNvSpPr/>
                <p:nvPr/>
              </p:nvSpPr>
              <p:spPr>
                <a:xfrm rot="5400000">
                  <a:off x="1751180" y="4688987"/>
                  <a:ext cx="423343" cy="41622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70B62A3F-4BFF-5DE8-3192-39EC91709AE8}"/>
                    </a:ext>
                  </a:extLst>
                </p:cNvPr>
                <p:cNvSpPr/>
                <p:nvPr/>
              </p:nvSpPr>
              <p:spPr>
                <a:xfrm rot="5400000">
                  <a:off x="1807763" y="4765186"/>
                  <a:ext cx="310175" cy="263822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8" name="角丸四角形 17">
                <a:extLst>
                  <a:ext uri="{FF2B5EF4-FFF2-40B4-BE49-F238E27FC236}">
                    <a16:creationId xmlns:a16="http://schemas.microsoft.com/office/drawing/2014/main" id="{624B06DE-A606-3D76-D973-3503FC26FECD}"/>
                  </a:ext>
                </a:extLst>
              </p:cNvPr>
              <p:cNvSpPr/>
              <p:nvPr/>
            </p:nvSpPr>
            <p:spPr>
              <a:xfrm>
                <a:off x="1302027" y="5157769"/>
                <a:ext cx="501805" cy="443762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9" name="角丸四角形 18">
                <a:extLst>
                  <a:ext uri="{FF2B5EF4-FFF2-40B4-BE49-F238E27FC236}">
                    <a16:creationId xmlns:a16="http://schemas.microsoft.com/office/drawing/2014/main" id="{782FB9ED-9430-6806-E730-A607ED3A14F3}"/>
                  </a:ext>
                </a:extLst>
              </p:cNvPr>
              <p:cNvSpPr/>
              <p:nvPr/>
            </p:nvSpPr>
            <p:spPr>
              <a:xfrm>
                <a:off x="1065188" y="5620824"/>
                <a:ext cx="975485" cy="166543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41A0DAE4-8231-27A1-89D0-C46A8CB84D70}"/>
                </a:ext>
              </a:extLst>
            </p:cNvPr>
            <p:cNvSpPr/>
            <p:nvPr/>
          </p:nvSpPr>
          <p:spPr>
            <a:xfrm>
              <a:off x="2250687" y="2798335"/>
              <a:ext cx="996175" cy="996175"/>
            </a:xfrm>
            <a:prstGeom prst="ellipse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9999CD35-54CB-713A-6ED5-EB4709D9458D}"/>
                </a:ext>
              </a:extLst>
            </p:cNvPr>
            <p:cNvSpPr/>
            <p:nvPr/>
          </p:nvSpPr>
          <p:spPr>
            <a:xfrm>
              <a:off x="2298388" y="2846036"/>
              <a:ext cx="900772" cy="900772"/>
            </a:xfrm>
            <a:prstGeom prst="ellipse">
              <a:avLst/>
            </a:prstGeom>
            <a:solidFill>
              <a:srgbClr val="C134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DF5C62F-CADC-DCD3-8082-78BDE8F7B03F}"/>
                </a:ext>
              </a:extLst>
            </p:cNvPr>
            <p:cNvSpPr/>
            <p:nvPr/>
          </p:nvSpPr>
          <p:spPr>
            <a:xfrm>
              <a:off x="2388774" y="2936422"/>
              <a:ext cx="720000" cy="7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B919886-B978-EB7B-7D30-D99CB451D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2774" y="2990422"/>
              <a:ext cx="612000" cy="61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1082C011-EC51-4BE6-07DF-3B80DC8343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2774" y="3080422"/>
              <a:ext cx="432000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C77140B7-F245-FAC2-1E76-CF623A918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4774" y="3242422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DA5A5CD-D01A-1C82-3601-E1356275F1D4}"/>
                </a:ext>
              </a:extLst>
            </p:cNvPr>
            <p:cNvCxnSpPr>
              <a:cxnSpLocks/>
            </p:cNvCxnSpPr>
            <p:nvPr/>
          </p:nvCxnSpPr>
          <p:spPr>
            <a:xfrm>
              <a:off x="2748774" y="1904427"/>
              <a:ext cx="0" cy="2196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46785565-B642-8CB0-58C1-7E2C6101B53F}"/>
                </a:ext>
              </a:extLst>
            </p:cNvPr>
            <p:cNvCxnSpPr>
              <a:cxnSpLocks/>
            </p:cNvCxnSpPr>
            <p:nvPr/>
          </p:nvCxnSpPr>
          <p:spPr>
            <a:xfrm rot="1920000">
              <a:off x="2349792" y="3175126"/>
              <a:ext cx="0" cy="1512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C0B7E80-CBDA-C1EF-52EC-B2E6039B34DD}"/>
                </a:ext>
              </a:extLst>
            </p:cNvPr>
            <p:cNvSpPr/>
            <p:nvPr/>
          </p:nvSpPr>
          <p:spPr>
            <a:xfrm>
              <a:off x="2574820" y="4102100"/>
              <a:ext cx="347907" cy="1468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F57C11-19B7-D473-C134-28DFEB8BEA76}"/>
              </a:ext>
            </a:extLst>
          </p:cNvPr>
          <p:cNvSpPr txBox="1"/>
          <p:nvPr/>
        </p:nvSpPr>
        <p:spPr>
          <a:xfrm>
            <a:off x="5629468" y="7134483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D92A9EC-438A-8346-38FC-16146A383BAB}"/>
              </a:ext>
            </a:extLst>
          </p:cNvPr>
          <p:cNvSpPr txBox="1"/>
          <p:nvPr/>
        </p:nvSpPr>
        <p:spPr>
          <a:xfrm>
            <a:off x="3884485" y="5607080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79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28F9-6402-4DC8-0334-3D049EB4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638153E-FF3A-3AA8-E828-E062A71B7910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166BF8-6A6B-FB1A-B01A-95102C98CAB0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CE05B23-53C6-80E2-ABD8-574E36312F21}"/>
              </a:ext>
            </a:extLst>
          </p:cNvPr>
          <p:cNvSpPr txBox="1"/>
          <p:nvPr/>
        </p:nvSpPr>
        <p:spPr>
          <a:xfrm>
            <a:off x="-3190143" y="950940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C6922390-AC97-77A8-72E9-A6B9591CFBA1}"/>
              </a:ext>
            </a:extLst>
          </p:cNvPr>
          <p:cNvGrpSpPr/>
          <p:nvPr/>
        </p:nvGrpSpPr>
        <p:grpSpPr>
          <a:xfrm>
            <a:off x="-752563" y="1127584"/>
            <a:ext cx="12743655" cy="9966660"/>
            <a:chOff x="1352936" y="-16656"/>
            <a:chExt cx="8790131" cy="6874656"/>
          </a:xfrm>
        </p:grpSpPr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9ABFCF7F-5659-739D-6B81-3F48A9524BC9}"/>
                </a:ext>
              </a:extLst>
            </p:cNvPr>
            <p:cNvGrpSpPr/>
            <p:nvPr/>
          </p:nvGrpSpPr>
          <p:grpSpPr>
            <a:xfrm>
              <a:off x="1352936" y="-16656"/>
              <a:ext cx="8790131" cy="6874656"/>
              <a:chOff x="1265850" y="-25443"/>
              <a:chExt cx="8790131" cy="6874656"/>
            </a:xfrm>
          </p:grpSpPr>
          <p:grpSp>
            <p:nvGrpSpPr>
              <p:cNvPr id="182" name="グループ化 181">
                <a:extLst>
                  <a:ext uri="{FF2B5EF4-FFF2-40B4-BE49-F238E27FC236}">
                    <a16:creationId xmlns:a16="http://schemas.microsoft.com/office/drawing/2014/main" id="{61E66263-4218-3504-FBD6-04C8D31DE0CA}"/>
                  </a:ext>
                </a:extLst>
              </p:cNvPr>
              <p:cNvGrpSpPr/>
              <p:nvPr/>
            </p:nvGrpSpPr>
            <p:grpSpPr>
              <a:xfrm>
                <a:off x="1265850" y="-25443"/>
                <a:ext cx="8790131" cy="6874656"/>
                <a:chOff x="1265850" y="-25443"/>
                <a:chExt cx="8790131" cy="6874656"/>
              </a:xfrm>
            </p:grpSpPr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5DE63A2D-483B-3739-D179-3BD8DD67FB1F}"/>
                    </a:ext>
                  </a:extLst>
                </p:cNvPr>
                <p:cNvSpPr txBox="1"/>
                <p:nvPr/>
              </p:nvSpPr>
              <p:spPr>
                <a:xfrm>
                  <a:off x="1288207" y="3307498"/>
                  <a:ext cx="100529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Side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5" name="グループ化 154">
                  <a:extLst>
                    <a:ext uri="{FF2B5EF4-FFF2-40B4-BE49-F238E27FC236}">
                      <a16:creationId xmlns:a16="http://schemas.microsoft.com/office/drawing/2014/main" id="{716B64F5-5A21-64F3-7BB5-183B287C06D3}"/>
                    </a:ext>
                  </a:extLst>
                </p:cNvPr>
                <p:cNvGrpSpPr/>
                <p:nvPr/>
              </p:nvGrpSpPr>
              <p:grpSpPr>
                <a:xfrm>
                  <a:off x="1976839" y="3233662"/>
                  <a:ext cx="7811525" cy="3615551"/>
                  <a:chOff x="1947586" y="2840648"/>
                  <a:chExt cx="8695118" cy="4024521"/>
                </a:xfrm>
              </p:grpSpPr>
              <p:sp>
                <p:nvSpPr>
                  <p:cNvPr id="40" name="円柱 39">
                    <a:extLst>
                      <a:ext uri="{FF2B5EF4-FFF2-40B4-BE49-F238E27FC236}">
                        <a16:creationId xmlns:a16="http://schemas.microsoft.com/office/drawing/2014/main" id="{57467AB9-8C98-C39A-A07D-718A2A2BBF55}"/>
                      </a:ext>
                    </a:extLst>
                  </p:cNvPr>
                  <p:cNvSpPr/>
                  <p:nvPr/>
                </p:nvSpPr>
                <p:spPr>
                  <a:xfrm>
                    <a:off x="4751695" y="4016823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3" name="円柱 42">
                    <a:extLst>
                      <a:ext uri="{FF2B5EF4-FFF2-40B4-BE49-F238E27FC236}">
                        <a16:creationId xmlns:a16="http://schemas.microsoft.com/office/drawing/2014/main" id="{FEBE68F3-6619-BE32-6D19-0DB74C6B9EF2}"/>
                      </a:ext>
                    </a:extLst>
                  </p:cNvPr>
                  <p:cNvSpPr/>
                  <p:nvPr/>
                </p:nvSpPr>
                <p:spPr>
                  <a:xfrm>
                    <a:off x="3402015" y="4186268"/>
                    <a:ext cx="1451109" cy="2246540"/>
                  </a:xfrm>
                  <a:prstGeom prst="can">
                    <a:avLst>
                      <a:gd name="adj" fmla="val 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grpSp>
                <p:nvGrpSpPr>
                  <p:cNvPr id="140" name="グループ化 139">
                    <a:extLst>
                      <a:ext uri="{FF2B5EF4-FFF2-40B4-BE49-F238E27FC236}">
                        <a16:creationId xmlns:a16="http://schemas.microsoft.com/office/drawing/2014/main" id="{969FC5A6-63DC-C083-5482-12EB2E8D32C9}"/>
                      </a:ext>
                    </a:extLst>
                  </p:cNvPr>
                  <p:cNvGrpSpPr/>
                  <p:nvPr/>
                </p:nvGrpSpPr>
                <p:grpSpPr>
                  <a:xfrm>
                    <a:off x="2110713" y="4206078"/>
                    <a:ext cx="8531991" cy="2152802"/>
                    <a:chOff x="2109163" y="3841318"/>
                    <a:chExt cx="8446024" cy="2896756"/>
                  </a:xfrm>
                </p:grpSpPr>
                <p:grpSp>
                  <p:nvGrpSpPr>
                    <p:cNvPr id="23" name="グループ化 22">
                      <a:extLst>
                        <a:ext uri="{FF2B5EF4-FFF2-40B4-BE49-F238E27FC236}">
                          <a16:creationId xmlns:a16="http://schemas.microsoft.com/office/drawing/2014/main" id="{3E854746-A9F2-12EE-0609-C8048B4313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26434" y="3841318"/>
                      <a:ext cx="1728753" cy="2896756"/>
                      <a:chOff x="7769702" y="1407882"/>
                      <a:chExt cx="1836341" cy="3077031"/>
                    </a:xfrm>
                    <a:solidFill>
                      <a:schemeClr val="bg2"/>
                    </a:solidFill>
                  </p:grpSpPr>
                  <p:sp>
                    <p:nvSpPr>
                      <p:cNvPr id="81" name="台形 80">
                        <a:extLst>
                          <a:ext uri="{FF2B5EF4-FFF2-40B4-BE49-F238E27FC236}">
                            <a16:creationId xmlns:a16="http://schemas.microsoft.com/office/drawing/2014/main" id="{7E780E6F-F846-5069-CDF2-4FC9448BB44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2451" y="2545133"/>
                        <a:ext cx="3077030" cy="802528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82" name="正方形/長方形 81">
                        <a:extLst>
                          <a:ext uri="{FF2B5EF4-FFF2-40B4-BE49-F238E27FC236}">
                            <a16:creationId xmlns:a16="http://schemas.microsoft.com/office/drawing/2014/main" id="{6E0F520F-4AB6-7F06-0207-70DD0F17D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26" name="円柱 25">
                      <a:extLst>
                        <a:ext uri="{FF2B5EF4-FFF2-40B4-BE49-F238E27FC236}">
                          <a16:creationId xmlns:a16="http://schemas.microsoft.com/office/drawing/2014/main" id="{D78C956F-B24D-1E5A-E7CC-BDC808148C7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18235" y="4293571"/>
                      <a:ext cx="1978315" cy="19922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円柱 30">
                      <a:extLst>
                        <a:ext uri="{FF2B5EF4-FFF2-40B4-BE49-F238E27FC236}">
                          <a16:creationId xmlns:a16="http://schemas.microsoft.com/office/drawing/2014/main" id="{FCC7530F-7093-D4ED-7312-99258A2C0B1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16026" y="4889429"/>
                      <a:ext cx="910806" cy="765178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2" name="円柱 31">
                      <a:extLst>
                        <a:ext uri="{FF2B5EF4-FFF2-40B4-BE49-F238E27FC236}">
                          <a16:creationId xmlns:a16="http://schemas.microsoft.com/office/drawing/2014/main" id="{B4C32D06-23D4-9198-CDCA-A72B1A2ADD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811984" y="4576899"/>
                      <a:ext cx="1507188" cy="1426056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3" name="円柱 32">
                      <a:extLst>
                        <a:ext uri="{FF2B5EF4-FFF2-40B4-BE49-F238E27FC236}">
                          <a16:creationId xmlns:a16="http://schemas.microsoft.com/office/drawing/2014/main" id="{5A8F0BBA-B464-5B6B-DF5D-A0656F62486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1688" y="4063362"/>
                      <a:ext cx="1978315" cy="2452673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4" name="円/楕円 33">
                      <a:extLst>
                        <a:ext uri="{FF2B5EF4-FFF2-40B4-BE49-F238E27FC236}">
                          <a16:creationId xmlns:a16="http://schemas.microsoft.com/office/drawing/2014/main" id="{515D955E-C5AA-B58C-67E6-DC756AB4AD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8304" y="4809751"/>
                      <a:ext cx="191213" cy="95989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5" name="円柱 34">
                      <a:extLst>
                        <a:ext uri="{FF2B5EF4-FFF2-40B4-BE49-F238E27FC236}">
                          <a16:creationId xmlns:a16="http://schemas.microsoft.com/office/drawing/2014/main" id="{C5FE4729-8D53-8102-D3E4-EDE91B62F2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0282" y="5792280"/>
                      <a:ext cx="290590" cy="77661"/>
                    </a:xfrm>
                    <a:prstGeom prst="can">
                      <a:avLst/>
                    </a:prstGeom>
                    <a:noFill/>
                    <a:ln w="127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コネクタ 45">
                      <a:extLst>
                        <a:ext uri="{FF2B5EF4-FFF2-40B4-BE49-F238E27FC236}">
                          <a16:creationId xmlns:a16="http://schemas.microsoft.com/office/drawing/2014/main" id="{998AC6F0-D880-FB73-936A-A97333D3FCE4}"/>
                        </a:ext>
                      </a:extLst>
                    </p:cNvPr>
                    <p:cNvCxnSpPr>
                      <a:cxnSpLocks/>
                      <a:endCxn id="77" idx="3"/>
                    </p:cNvCxnSpPr>
                    <p:nvPr/>
                  </p:nvCxnSpPr>
                  <p:spPr>
                    <a:xfrm flipH="1">
                      <a:off x="4151632" y="4536332"/>
                      <a:ext cx="4993428" cy="72863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E97D9E1A-660B-7527-E757-6D7283379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4018972" y="5264964"/>
                      <a:ext cx="4997894" cy="865611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線コネクタ 66">
                      <a:extLst>
                        <a:ext uri="{FF2B5EF4-FFF2-40B4-BE49-F238E27FC236}">
                          <a16:creationId xmlns:a16="http://schemas.microsoft.com/office/drawing/2014/main" id="{395BC87F-E0AC-1C6D-C5D6-B4D3DDB192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75683" y="5846336"/>
                      <a:ext cx="102713" cy="58637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線コネクタ 75">
                      <a:extLst>
                        <a:ext uri="{FF2B5EF4-FFF2-40B4-BE49-F238E27FC236}">
                          <a16:creationId xmlns:a16="http://schemas.microsoft.com/office/drawing/2014/main" id="{E8A60787-571B-C713-B657-AD7640A2DD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2109163" y="5259387"/>
                      <a:ext cx="7035897" cy="923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円/楕円 24">
                      <a:extLst>
                        <a:ext uri="{FF2B5EF4-FFF2-40B4-BE49-F238E27FC236}">
                          <a16:creationId xmlns:a16="http://schemas.microsoft.com/office/drawing/2014/main" id="{5178C88E-25A3-EC86-F173-D2BDDAAF47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758" y="4316913"/>
                      <a:ext cx="522213" cy="1978316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sp>
                <p:nvSpPr>
                  <p:cNvPr id="138" name="正方形/長方形 137">
                    <a:extLst>
                      <a:ext uri="{FF2B5EF4-FFF2-40B4-BE49-F238E27FC236}">
                        <a16:creationId xmlns:a16="http://schemas.microsoft.com/office/drawing/2014/main" id="{5634F552-46A1-60FD-F73E-36D91D9CDFEC}"/>
                      </a:ext>
                    </a:extLst>
                  </p:cNvPr>
                  <p:cNvSpPr/>
                  <p:nvPr/>
                </p:nvSpPr>
                <p:spPr>
                  <a:xfrm>
                    <a:off x="2603490" y="2840648"/>
                    <a:ext cx="3068147" cy="38251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" name="環状矢印 2">
                    <a:extLst>
                      <a:ext uri="{FF2B5EF4-FFF2-40B4-BE49-F238E27FC236}">
                        <a16:creationId xmlns:a16="http://schemas.microsoft.com/office/drawing/2014/main" id="{6270FA05-CD74-8C41-00E4-BD173F5BE8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64799" y="2639314"/>
                    <a:ext cx="338611" cy="857583"/>
                  </a:xfrm>
                  <a:prstGeom prst="circularArrow">
                    <a:avLst>
                      <a:gd name="adj1" fmla="val 12500"/>
                      <a:gd name="adj2" fmla="val 1142319"/>
                      <a:gd name="adj3" fmla="val 20457681"/>
                      <a:gd name="adj4" fmla="val 529627"/>
                      <a:gd name="adj5" fmla="val 19306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正方形/長方形 35">
                    <a:extLst>
                      <a:ext uri="{FF2B5EF4-FFF2-40B4-BE49-F238E27FC236}">
                        <a16:creationId xmlns:a16="http://schemas.microsoft.com/office/drawing/2014/main" id="{296C9FF5-B55D-F755-AD0A-33E2F557A1AE}"/>
                      </a:ext>
                    </a:extLst>
                  </p:cNvPr>
                  <p:cNvSpPr/>
                  <p:nvPr/>
                </p:nvSpPr>
                <p:spPr>
                  <a:xfrm>
                    <a:off x="3953742" y="3260044"/>
                    <a:ext cx="360728" cy="926225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7" name="円柱 36">
                    <a:extLst>
                      <a:ext uri="{FF2B5EF4-FFF2-40B4-BE49-F238E27FC236}">
                        <a16:creationId xmlns:a16="http://schemas.microsoft.com/office/drawing/2014/main" id="{2638917D-A650-1A48-B1A3-95D565700CB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496484" y="3648364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8" name="円柱 37">
                    <a:extLst>
                      <a:ext uri="{FF2B5EF4-FFF2-40B4-BE49-F238E27FC236}">
                        <a16:creationId xmlns:a16="http://schemas.microsoft.com/office/drawing/2014/main" id="{B599A319-4659-DE2E-DA13-2FE978FD87C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807972" y="3864172"/>
                    <a:ext cx="2639197" cy="288432"/>
                  </a:xfrm>
                  <a:prstGeom prst="can">
                    <a:avLst>
                      <a:gd name="adj" fmla="val 5103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9" name="円柱 38">
                    <a:extLst>
                      <a:ext uri="{FF2B5EF4-FFF2-40B4-BE49-F238E27FC236}">
                        <a16:creationId xmlns:a16="http://schemas.microsoft.com/office/drawing/2014/main" id="{7E8BC2E4-95AF-C2D9-A533-88FCA9453BCD}"/>
                      </a:ext>
                    </a:extLst>
                  </p:cNvPr>
                  <p:cNvSpPr/>
                  <p:nvPr/>
                </p:nvSpPr>
                <p:spPr>
                  <a:xfrm>
                    <a:off x="2489948" y="6576737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1" name="円柱 40">
                    <a:extLst>
                      <a:ext uri="{FF2B5EF4-FFF2-40B4-BE49-F238E27FC236}">
                        <a16:creationId xmlns:a16="http://schemas.microsoft.com/office/drawing/2014/main" id="{8F3FAA9A-F960-64EC-EC94-EF63957B2763}"/>
                      </a:ext>
                    </a:extLst>
                  </p:cNvPr>
                  <p:cNvSpPr/>
                  <p:nvPr/>
                </p:nvSpPr>
                <p:spPr>
                  <a:xfrm>
                    <a:off x="3102453" y="4120900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2" name="円柱 41">
                    <a:extLst>
                      <a:ext uri="{FF2B5EF4-FFF2-40B4-BE49-F238E27FC236}">
                        <a16:creationId xmlns:a16="http://schemas.microsoft.com/office/drawing/2014/main" id="{DD44EE2D-C3C8-7FD5-ACF6-60DA7E8A649F}"/>
                      </a:ext>
                    </a:extLst>
                  </p:cNvPr>
                  <p:cNvSpPr/>
                  <p:nvPr/>
                </p:nvSpPr>
                <p:spPr>
                  <a:xfrm>
                    <a:off x="2814508" y="6355797"/>
                    <a:ext cx="2639197" cy="288432"/>
                  </a:xfrm>
                  <a:prstGeom prst="can">
                    <a:avLst/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06C0E7C0-AFF0-D5D5-6BB2-EE92E8D48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11295" y="3833178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FE6B80F8-CD6E-731B-8DEB-8E428D544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52309" y="3838750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C9BB445B-B692-622C-7B02-3EF244EB7211}"/>
                      </a:ext>
                    </a:extLst>
                  </p:cNvPr>
                  <p:cNvSpPr/>
                  <p:nvPr/>
                </p:nvSpPr>
                <p:spPr>
                  <a:xfrm>
                    <a:off x="9040090" y="4727824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47CE5A0A-722A-9F8E-1D4A-6636F45341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64711" y="6095026"/>
                    <a:ext cx="1079187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Pickup coil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69" name="直線矢印コネクタ 68">
                    <a:extLst>
                      <a:ext uri="{FF2B5EF4-FFF2-40B4-BE49-F238E27FC236}">
                        <a16:creationId xmlns:a16="http://schemas.microsoft.com/office/drawing/2014/main" id="{4E281995-AAF2-5CC7-9E5D-B956BE5876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962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線矢印コネクタ 69">
                    <a:extLst>
                      <a:ext uri="{FF2B5EF4-FFF2-40B4-BE49-F238E27FC236}">
                        <a16:creationId xmlns:a16="http://schemas.microsoft.com/office/drawing/2014/main" id="{5D17D69F-7CA6-DBF1-DF1E-5F2BBCE2CD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85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矢印コネクタ 70">
                    <a:extLst>
                      <a:ext uri="{FF2B5EF4-FFF2-40B4-BE49-F238E27FC236}">
                        <a16:creationId xmlns:a16="http://schemas.microsoft.com/office/drawing/2014/main" id="{B2BCB16F-5CFB-5A51-A5C3-5919A6D17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>
                    <a:off x="5296087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矢印コネクタ 71">
                    <a:extLst>
                      <a:ext uri="{FF2B5EF4-FFF2-40B4-BE49-F238E27FC236}">
                        <a16:creationId xmlns:a16="http://schemas.microsoft.com/office/drawing/2014/main" id="{99CAE21B-C366-0EF2-0091-7FF87F334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961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線矢印コネクタ 72">
                    <a:extLst>
                      <a:ext uri="{FF2B5EF4-FFF2-40B4-BE49-F238E27FC236}">
                        <a16:creationId xmlns:a16="http://schemas.microsoft.com/office/drawing/2014/main" id="{96AFC2BD-78C3-86C6-11CB-6B58CB4FC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695887" y="4997765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矢印コネクタ 73">
                    <a:extLst>
                      <a:ext uri="{FF2B5EF4-FFF2-40B4-BE49-F238E27FC236}">
                        <a16:creationId xmlns:a16="http://schemas.microsoft.com/office/drawing/2014/main" id="{3BAA5187-FDE9-405E-F0E5-7BCD1ED0C2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>
                    <a:off x="5995988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矢印コネクタ 74">
                    <a:extLst>
                      <a:ext uri="{FF2B5EF4-FFF2-40B4-BE49-F238E27FC236}">
                        <a16:creationId xmlns:a16="http://schemas.microsoft.com/office/drawing/2014/main" id="{2FB5371E-7AB7-C424-1481-DEE8140014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96484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" name="正方形/長方形 76">
                    <a:extLst>
                      <a:ext uri="{FF2B5EF4-FFF2-40B4-BE49-F238E27FC236}">
                        <a16:creationId xmlns:a16="http://schemas.microsoft.com/office/drawing/2014/main" id="{E2D37731-5981-AEB7-E439-42FA732FD2A1}"/>
                      </a:ext>
                    </a:extLst>
                  </p:cNvPr>
                  <p:cNvSpPr/>
                  <p:nvPr/>
                </p:nvSpPr>
                <p:spPr>
                  <a:xfrm>
                    <a:off x="4094239" y="5222250"/>
                    <a:ext cx="79732" cy="8369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9" name="テキスト ボックス 78">
                    <a:extLst>
                      <a:ext uri="{FF2B5EF4-FFF2-40B4-BE49-F238E27FC236}">
                        <a16:creationId xmlns:a16="http://schemas.microsoft.com/office/drawing/2014/main" id="{44F8FC28-DB4C-86B8-91F7-E2A10CCF5C7E}"/>
                      </a:ext>
                    </a:extLst>
                  </p:cNvPr>
                  <p:cNvSpPr txBox="1"/>
                  <p:nvPr/>
                </p:nvSpPr>
                <p:spPr>
                  <a:xfrm>
                    <a:off x="1947586" y="4379871"/>
                    <a:ext cx="1622630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Magnetic field direction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80" name="直線コネクタ 79">
                    <a:extLst>
                      <a:ext uri="{FF2B5EF4-FFF2-40B4-BE49-F238E27FC236}">
                        <a16:creationId xmlns:a16="http://schemas.microsoft.com/office/drawing/2014/main" id="{E3F5D810-F576-F68C-F0EC-D6B58AC6E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2017" y="4831328"/>
                    <a:ext cx="88704" cy="22231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線コネクタ 12">
                    <a:extLst>
                      <a:ext uri="{FF2B5EF4-FFF2-40B4-BE49-F238E27FC236}">
                        <a16:creationId xmlns:a16="http://schemas.microsoft.com/office/drawing/2014/main" id="{7F0EC552-AEAC-3981-B5BB-3042B12DB9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262180" y="4710547"/>
                    <a:ext cx="3727993" cy="92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CE46ACDE-E1EF-5830-21DE-93CCF7C8BE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55104" y="2884452"/>
                    <a:ext cx="1013166" cy="3107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 err="1">
                        <a:latin typeface="Helvetica" pitchFamily="2" charset="0"/>
                      </a:rPr>
                      <a:t>ω</a:t>
                    </a:r>
                    <a:r>
                      <a:rPr lang="en-US" altLang="ja-JP" sz="2030" dirty="0">
                        <a:latin typeface="Helvetica" pitchFamily="2" charset="0"/>
                      </a:rPr>
                      <a:t> rotation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10" name="グループ化 109">
                  <a:extLst>
                    <a:ext uri="{FF2B5EF4-FFF2-40B4-BE49-F238E27FC236}">
                      <a16:creationId xmlns:a16="http://schemas.microsoft.com/office/drawing/2014/main" id="{F48AD2EC-8E8A-6F0D-439A-6F62DDE752A1}"/>
                    </a:ext>
                  </a:extLst>
                </p:cNvPr>
                <p:cNvGrpSpPr/>
                <p:nvPr/>
              </p:nvGrpSpPr>
              <p:grpSpPr>
                <a:xfrm>
                  <a:off x="2132150" y="-25443"/>
                  <a:ext cx="3707396" cy="3240474"/>
                  <a:chOff x="2509620" y="-109443"/>
                  <a:chExt cx="3316105" cy="2898462"/>
                </a:xfrm>
              </p:grpSpPr>
              <p:sp>
                <p:nvSpPr>
                  <p:cNvPr id="5" name="円/楕円 4">
                    <a:extLst>
                      <a:ext uri="{FF2B5EF4-FFF2-40B4-BE49-F238E27FC236}">
                        <a16:creationId xmlns:a16="http://schemas.microsoft.com/office/drawing/2014/main" id="{FFA2B37F-2452-924D-05C3-260E55E763F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686665" y="-109443"/>
                    <a:ext cx="2898462" cy="2898462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6" name="円/楕円 5">
                    <a:extLst>
                      <a:ext uri="{FF2B5EF4-FFF2-40B4-BE49-F238E27FC236}">
                        <a16:creationId xmlns:a16="http://schemas.microsoft.com/office/drawing/2014/main" id="{9AE0388B-10B5-402B-AD60-FFB27FCF3004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972310" y="202064"/>
                    <a:ext cx="2300509" cy="2300510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" name="円/楕円 6">
                    <a:extLst>
                      <a:ext uri="{FF2B5EF4-FFF2-40B4-BE49-F238E27FC236}">
                        <a16:creationId xmlns:a16="http://schemas.microsoft.com/office/drawing/2014/main" id="{6ECE4E2F-8C6F-DCBF-65F0-CE33767F571A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135070" y="349624"/>
                    <a:ext cx="1990137" cy="1990138"/>
                  </a:xfrm>
                  <a:prstGeom prst="ellipse">
                    <a:avLst/>
                  </a:prstGeom>
                  <a:solidFill>
                    <a:srgbClr val="C1343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" name="円/楕円 7">
                    <a:extLst>
                      <a:ext uri="{FF2B5EF4-FFF2-40B4-BE49-F238E27FC236}">
                        <a16:creationId xmlns:a16="http://schemas.microsoft.com/office/drawing/2014/main" id="{F1D517C3-2A05-A41F-F8D8-BBE923356818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399104" y="603002"/>
                    <a:ext cx="1473581" cy="147358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9" name="円/楕円 8">
                    <a:extLst>
                      <a:ext uri="{FF2B5EF4-FFF2-40B4-BE49-F238E27FC236}">
                        <a16:creationId xmlns:a16="http://schemas.microsoft.com/office/drawing/2014/main" id="{C0BB610C-1CF7-2507-2DEA-BC78A7E0B3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509623" y="713521"/>
                    <a:ext cx="1252544" cy="125254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" name="円/楕円 9">
                    <a:extLst>
                      <a:ext uri="{FF2B5EF4-FFF2-40B4-BE49-F238E27FC236}">
                        <a16:creationId xmlns:a16="http://schemas.microsoft.com/office/drawing/2014/main" id="{E038DFBC-6C51-D431-4660-CF7D9F4709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693820" y="897718"/>
                    <a:ext cx="884149" cy="88414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22" name="直線コネクタ 21">
                    <a:extLst>
                      <a:ext uri="{FF2B5EF4-FFF2-40B4-BE49-F238E27FC236}">
                        <a16:creationId xmlns:a16="http://schemas.microsoft.com/office/drawing/2014/main" id="{5CB6F50D-2A24-1A2D-075F-48B383787F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730460">
                    <a:off x="2509620" y="1342944"/>
                    <a:ext cx="3284445" cy="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正方形/長方形 26">
                    <a:extLst>
                      <a:ext uri="{FF2B5EF4-FFF2-40B4-BE49-F238E27FC236}">
                        <a16:creationId xmlns:a16="http://schemas.microsoft.com/office/drawing/2014/main" id="{FF1F3EEC-4B2F-A78B-3AC6-E17E9ECF9851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5319478" y="258654"/>
                    <a:ext cx="712040" cy="300455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4648A4A1-2285-A968-FF7D-F55B54727F25}"/>
                      </a:ext>
                    </a:extLst>
                  </p:cNvPr>
                  <p:cNvSpPr/>
                  <p:nvPr/>
                </p:nvSpPr>
                <p:spPr>
                  <a:xfrm>
                    <a:off x="4096036" y="1297945"/>
                    <a:ext cx="79720" cy="8368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grpSp>
              <p:nvGrpSpPr>
                <p:cNvPr id="153" name="グループ化 152">
                  <a:extLst>
                    <a:ext uri="{FF2B5EF4-FFF2-40B4-BE49-F238E27FC236}">
                      <a16:creationId xmlns:a16="http://schemas.microsoft.com/office/drawing/2014/main" id="{6F898AFC-B2AD-CBDF-3AC4-42798A7B07CB}"/>
                    </a:ext>
                  </a:extLst>
                </p:cNvPr>
                <p:cNvGrpSpPr/>
                <p:nvPr/>
              </p:nvGrpSpPr>
              <p:grpSpPr>
                <a:xfrm>
                  <a:off x="3958516" y="325518"/>
                  <a:ext cx="6097465" cy="2498384"/>
                  <a:chOff x="4216724" y="-74099"/>
                  <a:chExt cx="6690742" cy="2741473"/>
                </a:xfrm>
              </p:grpSpPr>
              <p:grpSp>
                <p:nvGrpSpPr>
                  <p:cNvPr id="111" name="グループ化 110">
                    <a:extLst>
                      <a:ext uri="{FF2B5EF4-FFF2-40B4-BE49-F238E27FC236}">
                        <a16:creationId xmlns:a16="http://schemas.microsoft.com/office/drawing/2014/main" id="{7C958B56-346A-D822-8180-25B7F3305653}"/>
                      </a:ext>
                    </a:extLst>
                  </p:cNvPr>
                  <p:cNvGrpSpPr/>
                  <p:nvPr/>
                </p:nvGrpSpPr>
                <p:grpSpPr>
                  <a:xfrm>
                    <a:off x="4216724" y="-74099"/>
                    <a:ext cx="6690742" cy="2741473"/>
                    <a:chOff x="4216436" y="1244784"/>
                    <a:chExt cx="6690742" cy="3995202"/>
                  </a:xfrm>
                </p:grpSpPr>
                <p:grpSp>
                  <p:nvGrpSpPr>
                    <p:cNvPr id="112" name="グループ化 111">
                      <a:extLst>
                        <a:ext uri="{FF2B5EF4-FFF2-40B4-BE49-F238E27FC236}">
                          <a16:creationId xmlns:a16="http://schemas.microsoft.com/office/drawing/2014/main" id="{C9808B9B-9029-1989-7077-7A24559635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15113" y="1855619"/>
                      <a:ext cx="1730168" cy="2896316"/>
                      <a:chOff x="7767924" y="1407885"/>
                      <a:chExt cx="1838119" cy="3077028"/>
                    </a:xfrm>
                    <a:solidFill>
                      <a:schemeClr val="bg2"/>
                    </a:solidFill>
                  </p:grpSpPr>
                  <p:sp>
                    <p:nvSpPr>
                      <p:cNvPr id="136" name="台形 135">
                        <a:extLst>
                          <a:ext uri="{FF2B5EF4-FFF2-40B4-BE49-F238E27FC236}">
                            <a16:creationId xmlns:a16="http://schemas.microsoft.com/office/drawing/2014/main" id="{BE39907E-299F-FC24-077C-ADF97966A25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4421" y="2541388"/>
                        <a:ext cx="3077026" cy="810020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37" name="正方形/長方形 136">
                        <a:extLst>
                          <a:ext uri="{FF2B5EF4-FFF2-40B4-BE49-F238E27FC236}">
                            <a16:creationId xmlns:a16="http://schemas.microsoft.com/office/drawing/2014/main" id="{62FA954A-3461-4AEA-F67C-17C507FE6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114" name="円柱 113">
                      <a:extLst>
                        <a:ext uri="{FF2B5EF4-FFF2-40B4-BE49-F238E27FC236}">
                          <a16:creationId xmlns:a16="http://schemas.microsoft.com/office/drawing/2014/main" id="{C5DE736F-99EB-6164-B63F-C96B7E94635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508791" y="2307801"/>
                      <a:ext cx="1978017" cy="19919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5" name="円柱 114">
                      <a:extLst>
                        <a:ext uri="{FF2B5EF4-FFF2-40B4-BE49-F238E27FC236}">
                          <a16:creationId xmlns:a16="http://schemas.microsoft.com/office/drawing/2014/main" id="{7C8A973F-6846-7723-5067-9BE565EB760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205409" y="2903568"/>
                      <a:ext cx="910669" cy="765063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6" name="円柱 115">
                      <a:extLst>
                        <a:ext uri="{FF2B5EF4-FFF2-40B4-BE49-F238E27FC236}">
                          <a16:creationId xmlns:a16="http://schemas.microsoft.com/office/drawing/2014/main" id="{4319C8FA-222D-6965-8D92-0FDBCD6C7BD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01411" y="2591085"/>
                      <a:ext cx="1506961" cy="1425841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7" name="円柱 116">
                      <a:extLst>
                        <a:ext uri="{FF2B5EF4-FFF2-40B4-BE49-F238E27FC236}">
                          <a16:creationId xmlns:a16="http://schemas.microsoft.com/office/drawing/2014/main" id="{DFEEF2E4-A0DC-9B52-7936-112B4E38F0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641156" y="2077626"/>
                      <a:ext cx="1978017" cy="2452304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8" name="円/楕円 117">
                      <a:extLst>
                        <a:ext uri="{FF2B5EF4-FFF2-40B4-BE49-F238E27FC236}">
                          <a16:creationId xmlns:a16="http://schemas.microsoft.com/office/drawing/2014/main" id="{2E013EBC-9ECE-D49C-E0FE-29BEEA962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3738" y="2823903"/>
                      <a:ext cx="191184" cy="959747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E16B229D-9789-37BD-C071-CFD521B88581}"/>
                        </a:ext>
                      </a:extLst>
                    </p:cNvPr>
                    <p:cNvCxnSpPr>
                      <a:cxnSpLocks/>
                      <a:stCxn id="141" idx="0"/>
                      <a:endCxn id="103" idx="3"/>
                    </p:cNvCxnSpPr>
                    <p:nvPr/>
                  </p:nvCxnSpPr>
                  <p:spPr>
                    <a:xfrm flipH="1">
                      <a:off x="4256339" y="2449201"/>
                      <a:ext cx="4980496" cy="82530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線コネクタ 120">
                      <a:extLst>
                        <a:ext uri="{FF2B5EF4-FFF2-40B4-BE49-F238E27FC236}">
                          <a16:creationId xmlns:a16="http://schemas.microsoft.com/office/drawing/2014/main" id="{DC94D6DB-9CF2-C4FB-C86E-A97D42F455E1}"/>
                        </a:ext>
                      </a:extLst>
                    </p:cNvPr>
                    <p:cNvCxnSpPr>
                      <a:cxnSpLocks/>
                      <a:stCxn id="141" idx="4"/>
                      <a:endCxn id="103" idx="3"/>
                    </p:cNvCxnSpPr>
                    <p:nvPr/>
                  </p:nvCxnSpPr>
                  <p:spPr>
                    <a:xfrm flipH="1" flipV="1">
                      <a:off x="4256339" y="3274504"/>
                      <a:ext cx="4980496" cy="89371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2" name="テキスト ボックス 121">
                      <a:extLst>
                        <a:ext uri="{FF2B5EF4-FFF2-40B4-BE49-F238E27FC236}">
                          <a16:creationId xmlns:a16="http://schemas.microsoft.com/office/drawing/2014/main" id="{EBFE9340-106A-DF70-6EDC-4DB33B3637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7128" y="3073145"/>
                      <a:ext cx="934498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cell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3" name="テキスト ボックス 122">
                      <a:extLst>
                        <a:ext uri="{FF2B5EF4-FFF2-40B4-BE49-F238E27FC236}">
                          <a16:creationId xmlns:a16="http://schemas.microsoft.com/office/drawing/2014/main" id="{9750C3E2-CD1C-AED1-FD57-399E81E5B9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46392" y="1941832"/>
                      <a:ext cx="836337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RF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CC641CD-C59E-A4DD-A0B9-5AA3DA5DAD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7033" y="1580448"/>
                      <a:ext cx="1331161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NSF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5" name="テキスト ボックス 124">
                      <a:extLst>
                        <a:ext uri="{FF2B5EF4-FFF2-40B4-BE49-F238E27FC236}">
                          <a16:creationId xmlns:a16="http://schemas.microsoft.com/office/drawing/2014/main" id="{CCB2E142-C70F-67DA-9967-A7FB83FA8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9624" y="4448994"/>
                      <a:ext cx="1726015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guide tube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6" name="テキスト ボックス 125">
                      <a:extLst>
                        <a:ext uri="{FF2B5EF4-FFF2-40B4-BE49-F238E27FC236}">
                          <a16:creationId xmlns:a16="http://schemas.microsoft.com/office/drawing/2014/main" id="{1AE09A32-CE06-D120-FACE-DE920724E6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6213" y="1244784"/>
                      <a:ext cx="1910304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Area detector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7" name="直線コネクタ 126">
                      <a:extLst>
                        <a:ext uri="{FF2B5EF4-FFF2-40B4-BE49-F238E27FC236}">
                          <a16:creationId xmlns:a16="http://schemas.microsoft.com/office/drawing/2014/main" id="{2AF7C666-FCB1-604F-BB05-31D37DA39D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27823" y="1959353"/>
                      <a:ext cx="123413" cy="30135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テキスト ボックス 127">
                      <a:extLst>
                        <a:ext uri="{FF2B5EF4-FFF2-40B4-BE49-F238E27FC236}">
                          <a16:creationId xmlns:a16="http://schemas.microsoft.com/office/drawing/2014/main" id="{49697904-99F8-707D-07A5-05E79E00B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484" y="2227722"/>
                      <a:ext cx="1245694" cy="1135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Polarization analysis region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9" name="直線コネクタ 128">
                      <a:extLst>
                        <a:ext uri="{FF2B5EF4-FFF2-40B4-BE49-F238E27FC236}">
                          <a16:creationId xmlns:a16="http://schemas.microsoft.com/office/drawing/2014/main" id="{7899B4AE-D580-237A-7C74-C577A4196EEF}"/>
                        </a:ext>
                      </a:extLst>
                    </p:cNvPr>
                    <p:cNvCxnSpPr>
                      <a:cxnSpLocks/>
                      <a:stCxn id="128" idx="1"/>
                    </p:cNvCxnSpPr>
                    <p:nvPr/>
                  </p:nvCxnSpPr>
                  <p:spPr>
                    <a:xfrm flipH="1" flipV="1">
                      <a:off x="9347757" y="2767824"/>
                      <a:ext cx="313727" cy="2768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線コネクタ 131">
                      <a:extLst>
                        <a:ext uri="{FF2B5EF4-FFF2-40B4-BE49-F238E27FC236}">
                          <a16:creationId xmlns:a16="http://schemas.microsoft.com/office/drawing/2014/main" id="{B84E31D4-E26D-0673-9FAB-6274A58579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286771" y="1952193"/>
                      <a:ext cx="315829" cy="46235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線コネクタ 132">
                      <a:extLst>
                        <a:ext uri="{FF2B5EF4-FFF2-40B4-BE49-F238E27FC236}">
                          <a16:creationId xmlns:a16="http://schemas.microsoft.com/office/drawing/2014/main" id="{AE626F9C-4FA5-85E3-88F2-8AA740B51C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36216" y="4116935"/>
                      <a:ext cx="0" cy="35714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直線コネクタ 134">
                      <a:extLst>
                        <a:ext uri="{FF2B5EF4-FFF2-40B4-BE49-F238E27FC236}">
                          <a16:creationId xmlns:a16="http://schemas.microsoft.com/office/drawing/2014/main" id="{88F9F669-4581-8B38-949D-F6FD28512D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16436" y="3276280"/>
                      <a:ext cx="5052986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1" name="円/楕円 140">
                    <a:extLst>
                      <a:ext uri="{FF2B5EF4-FFF2-40B4-BE49-F238E27FC236}">
                        <a16:creationId xmlns:a16="http://schemas.microsoft.com/office/drawing/2014/main" id="{D24F0E10-7915-2760-A5C6-89A441FD84DF}"/>
                      </a:ext>
                    </a:extLst>
                  </p:cNvPr>
                  <p:cNvSpPr/>
                  <p:nvPr/>
                </p:nvSpPr>
                <p:spPr>
                  <a:xfrm>
                    <a:off x="9054478" y="752361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42" name="円/楕円 141">
                    <a:extLst>
                      <a:ext uri="{FF2B5EF4-FFF2-40B4-BE49-F238E27FC236}">
                        <a16:creationId xmlns:a16="http://schemas.microsoft.com/office/drawing/2014/main" id="{18F95554-6A38-E48A-661E-36090BB26320}"/>
                      </a:ext>
                    </a:extLst>
                  </p:cNvPr>
                  <p:cNvSpPr/>
                  <p:nvPr/>
                </p:nvSpPr>
                <p:spPr>
                  <a:xfrm>
                    <a:off x="8988520" y="649115"/>
                    <a:ext cx="521918" cy="1370279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C5FE7A97-C2B4-EC9D-08B5-A7C327777BCF}"/>
                    </a:ext>
                  </a:extLst>
                </p:cNvPr>
                <p:cNvCxnSpPr/>
                <p:nvPr/>
              </p:nvCxnSpPr>
              <p:spPr>
                <a:xfrm>
                  <a:off x="1296000" y="3247097"/>
                  <a:ext cx="856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テキスト ボックス 168">
                  <a:extLst>
                    <a:ext uri="{FF2B5EF4-FFF2-40B4-BE49-F238E27FC236}">
                      <a16:creationId xmlns:a16="http://schemas.microsoft.com/office/drawing/2014/main" id="{FA06AE22-DF5B-A3BA-FC73-9340EC3E7CA5}"/>
                    </a:ext>
                  </a:extLst>
                </p:cNvPr>
                <p:cNvSpPr txBox="1"/>
                <p:nvPr/>
              </p:nvSpPr>
              <p:spPr>
                <a:xfrm>
                  <a:off x="1288207" y="86624"/>
                  <a:ext cx="925069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Top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テキスト ボックス 169">
                  <a:extLst>
                    <a:ext uri="{FF2B5EF4-FFF2-40B4-BE49-F238E27FC236}">
                      <a16:creationId xmlns:a16="http://schemas.microsoft.com/office/drawing/2014/main" id="{D59C8FB4-4521-041B-6BE3-643636A79552}"/>
                    </a:ext>
                  </a:extLst>
                </p:cNvPr>
                <p:cNvSpPr txBox="1"/>
                <p:nvPr/>
              </p:nvSpPr>
              <p:spPr>
                <a:xfrm>
                  <a:off x="1265850" y="2479077"/>
                  <a:ext cx="1965043" cy="4946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Incident neutron</a:t>
                  </a:r>
                  <a:b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</a:b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(polarized by Cu</a:t>
                  </a:r>
                  <a:r>
                    <a:rPr lang="en-US" altLang="ja-JP" sz="2030" baseline="-25000" dirty="0">
                      <a:latin typeface="Helvetica" pitchFamily="2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MnAl)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2EA05CFD-9388-622B-8FE9-2F41492FF4B2}"/>
                    </a:ext>
                  </a:extLst>
                </p:cNvPr>
                <p:cNvSpPr txBox="1"/>
                <p:nvPr/>
              </p:nvSpPr>
              <p:spPr>
                <a:xfrm>
                  <a:off x="5742205" y="109910"/>
                  <a:ext cx="1241918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Beam stopper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88D23B77-F0A3-6E35-89E7-7B489F941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23548" y="327699"/>
                  <a:ext cx="249770" cy="151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179">
                  <a:extLst>
                    <a:ext uri="{FF2B5EF4-FFF2-40B4-BE49-F238E27FC236}">
                      <a16:creationId xmlns:a16="http://schemas.microsoft.com/office/drawing/2014/main" id="{84A3B39A-4CC0-97FB-CCB6-10E315E90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0136" y="893703"/>
                  <a:ext cx="287824" cy="2891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DC09446-E3D7-5ACF-48E8-E84A8A781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3651" y="3826407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021054BA-81F1-625F-69EE-FB3E8BC2201E}"/>
                  </a:ext>
                </a:extLst>
              </p:cNvPr>
              <p:cNvSpPr txBox="1"/>
              <p:nvPr/>
            </p:nvSpPr>
            <p:spPr>
              <a:xfrm>
                <a:off x="2262325" y="3621061"/>
                <a:ext cx="1241918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Helmholtz coil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87DCB879-91DF-63F2-582C-8C75D7AD1FF0}"/>
                  </a:ext>
                </a:extLst>
              </p:cNvPr>
              <p:cNvSpPr txBox="1"/>
              <p:nvPr/>
            </p:nvSpPr>
            <p:spPr>
              <a:xfrm>
                <a:off x="4420394" y="3648661"/>
                <a:ext cx="794111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Cryostat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98CDAA5C-C742-0EDC-A014-9C8083C674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589" y="3893936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テキスト ボックス 188">
              <a:extLst>
                <a:ext uri="{FF2B5EF4-FFF2-40B4-BE49-F238E27FC236}">
                  <a16:creationId xmlns:a16="http://schemas.microsoft.com/office/drawing/2014/main" id="{351506DF-5847-610B-29EC-7ABCC24EB7F0}"/>
                </a:ext>
              </a:extLst>
            </p:cNvPr>
            <p:cNvSpPr txBox="1"/>
            <p:nvPr/>
          </p:nvSpPr>
          <p:spPr>
            <a:xfrm>
              <a:off x="3430496" y="1134095"/>
              <a:ext cx="88613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Sample</a:t>
              </a:r>
              <a:endParaRPr lang="ja-JP" altLang="en-US" sz="2030">
                <a:latin typeface="Helvetica" pitchFamily="2" charset="0"/>
              </a:endParaRPr>
            </a:p>
          </p:txBody>
        </p:sp>
        <p:cxnSp>
          <p:nvCxnSpPr>
            <p:cNvPr id="190" name="直線コネクタ 189">
              <a:extLst>
                <a:ext uri="{FF2B5EF4-FFF2-40B4-BE49-F238E27FC236}">
                  <a16:creationId xmlns:a16="http://schemas.microsoft.com/office/drawing/2014/main" id="{1F8CB43F-E435-ED59-4472-BEEFC4E650D5}"/>
                </a:ext>
              </a:extLst>
            </p:cNvPr>
            <p:cNvCxnSpPr>
              <a:cxnSpLocks/>
              <a:stCxn id="189" idx="2"/>
            </p:cNvCxnSpPr>
            <p:nvPr/>
          </p:nvCxnSpPr>
          <p:spPr>
            <a:xfrm>
              <a:off x="3873563" y="1413261"/>
              <a:ext cx="118873" cy="1375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984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8DDC-B694-167D-9C1A-40AC025B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D6D08A7-FA32-D0EC-4993-5F17F398E3F4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10A0ECE2-44ED-3C26-84FB-B6910E521F62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0A5D4B5-F5B1-7522-2F73-BA8463BF0821}"/>
              </a:ext>
            </a:extLst>
          </p:cNvPr>
          <p:cNvSpPr txBox="1"/>
          <p:nvPr/>
        </p:nvSpPr>
        <p:spPr>
          <a:xfrm>
            <a:off x="-3190143" y="950940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C190982-C942-8416-6B11-06C7A22D78BC}"/>
              </a:ext>
            </a:extLst>
          </p:cNvPr>
          <p:cNvGrpSpPr/>
          <p:nvPr/>
        </p:nvGrpSpPr>
        <p:grpSpPr>
          <a:xfrm>
            <a:off x="-752563" y="1127584"/>
            <a:ext cx="12743655" cy="9966660"/>
            <a:chOff x="1352936" y="-16656"/>
            <a:chExt cx="8790131" cy="6874656"/>
          </a:xfrm>
        </p:grpSpPr>
        <p:grpSp>
          <p:nvGrpSpPr>
            <p:cNvPr id="198" name="グループ化 197">
              <a:extLst>
                <a:ext uri="{FF2B5EF4-FFF2-40B4-BE49-F238E27FC236}">
                  <a16:creationId xmlns:a16="http://schemas.microsoft.com/office/drawing/2014/main" id="{28841726-A259-8A5B-D3E6-90B6EA6B04B1}"/>
                </a:ext>
              </a:extLst>
            </p:cNvPr>
            <p:cNvGrpSpPr/>
            <p:nvPr/>
          </p:nvGrpSpPr>
          <p:grpSpPr>
            <a:xfrm>
              <a:off x="1352936" y="-16656"/>
              <a:ext cx="8790131" cy="6874656"/>
              <a:chOff x="1352936" y="-16656"/>
              <a:chExt cx="8790131" cy="6874656"/>
            </a:xfrm>
          </p:grpSpPr>
          <p:grpSp>
            <p:nvGrpSpPr>
              <p:cNvPr id="188" name="グループ化 187">
                <a:extLst>
                  <a:ext uri="{FF2B5EF4-FFF2-40B4-BE49-F238E27FC236}">
                    <a16:creationId xmlns:a16="http://schemas.microsoft.com/office/drawing/2014/main" id="{8E055C56-5582-60E5-EC09-4A59ECA3386B}"/>
                  </a:ext>
                </a:extLst>
              </p:cNvPr>
              <p:cNvGrpSpPr/>
              <p:nvPr/>
            </p:nvGrpSpPr>
            <p:grpSpPr>
              <a:xfrm>
                <a:off x="1352936" y="-16656"/>
                <a:ext cx="8790131" cy="6874656"/>
                <a:chOff x="1265850" y="-25443"/>
                <a:chExt cx="8790131" cy="6874656"/>
              </a:xfrm>
            </p:grpSpPr>
            <p:grpSp>
              <p:nvGrpSpPr>
                <p:cNvPr id="182" name="グループ化 181">
                  <a:extLst>
                    <a:ext uri="{FF2B5EF4-FFF2-40B4-BE49-F238E27FC236}">
                      <a16:creationId xmlns:a16="http://schemas.microsoft.com/office/drawing/2014/main" id="{A87E5F39-B5C5-2E3A-0DBE-B6606DC89C32}"/>
                    </a:ext>
                  </a:extLst>
                </p:cNvPr>
                <p:cNvGrpSpPr/>
                <p:nvPr/>
              </p:nvGrpSpPr>
              <p:grpSpPr>
                <a:xfrm>
                  <a:off x="1265850" y="-25443"/>
                  <a:ext cx="8790131" cy="6874656"/>
                  <a:chOff x="1265850" y="-25443"/>
                  <a:chExt cx="8790131" cy="6874656"/>
                </a:xfrm>
              </p:grpSpPr>
              <p:sp>
                <p:nvSpPr>
                  <p:cNvPr id="85" name="テキスト ボックス 84">
                    <a:extLst>
                      <a:ext uri="{FF2B5EF4-FFF2-40B4-BE49-F238E27FC236}">
                        <a16:creationId xmlns:a16="http://schemas.microsoft.com/office/drawing/2014/main" id="{88BE1BCF-22BC-9D10-15DE-C1A89DC066DC}"/>
                      </a:ext>
                    </a:extLst>
                  </p:cNvPr>
                  <p:cNvSpPr txBox="1"/>
                  <p:nvPr/>
                </p:nvSpPr>
                <p:spPr>
                  <a:xfrm>
                    <a:off x="1288207" y="3307498"/>
                    <a:ext cx="1005298" cy="3099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  <a:cs typeface="Times New Roman" panose="02020603050405020304" pitchFamily="18" charset="0"/>
                      </a:rPr>
                      <a:t>Side view</a:t>
                    </a:r>
                    <a:endParaRPr lang="ja-JP" altLang="en-US" sz="2320">
                      <a:latin typeface="Helvetica" pitchFamily="2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55" name="グループ化 154">
                    <a:extLst>
                      <a:ext uri="{FF2B5EF4-FFF2-40B4-BE49-F238E27FC236}">
                        <a16:creationId xmlns:a16="http://schemas.microsoft.com/office/drawing/2014/main" id="{79DA68B6-E85A-7B4F-8D9E-1E24F606C812}"/>
                      </a:ext>
                    </a:extLst>
                  </p:cNvPr>
                  <p:cNvGrpSpPr/>
                  <p:nvPr/>
                </p:nvGrpSpPr>
                <p:grpSpPr>
                  <a:xfrm>
                    <a:off x="1976839" y="3233662"/>
                    <a:ext cx="7811525" cy="3615551"/>
                    <a:chOff x="1947586" y="2840648"/>
                    <a:chExt cx="8695118" cy="4024521"/>
                  </a:xfrm>
                </p:grpSpPr>
                <p:sp>
                  <p:nvSpPr>
                    <p:cNvPr id="40" name="円柱 39">
                      <a:extLst>
                        <a:ext uri="{FF2B5EF4-FFF2-40B4-BE49-F238E27FC236}">
                          <a16:creationId xmlns:a16="http://schemas.microsoft.com/office/drawing/2014/main" id="{24837131-853C-4CA1-4D7E-9CA6DE75E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51695" y="4016823"/>
                      <a:ext cx="401720" cy="2412567"/>
                    </a:xfrm>
                    <a:prstGeom prst="can">
                      <a:avLst>
                        <a:gd name="adj" fmla="val 0"/>
                      </a:avLst>
                    </a:prstGeom>
                    <a:solidFill>
                      <a:srgbClr val="B518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43" name="円柱 42">
                      <a:extLst>
                        <a:ext uri="{FF2B5EF4-FFF2-40B4-BE49-F238E27FC236}">
                          <a16:creationId xmlns:a16="http://schemas.microsoft.com/office/drawing/2014/main" id="{6B778787-F2E4-30E9-28FF-B4D886FD92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02015" y="4186268"/>
                      <a:ext cx="1451109" cy="2246540"/>
                    </a:xfrm>
                    <a:prstGeom prst="can">
                      <a:avLst>
                        <a:gd name="adj" fmla="val 0"/>
                      </a:avLst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grpSp>
                  <p:nvGrpSpPr>
                    <p:cNvPr id="140" name="グループ化 139">
                      <a:extLst>
                        <a:ext uri="{FF2B5EF4-FFF2-40B4-BE49-F238E27FC236}">
                          <a16:creationId xmlns:a16="http://schemas.microsoft.com/office/drawing/2014/main" id="{006E57C8-1B65-F9EE-1973-F9FD20BD77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0713" y="4206078"/>
                      <a:ext cx="8531991" cy="2152802"/>
                      <a:chOff x="2109163" y="3841318"/>
                      <a:chExt cx="8446024" cy="2896756"/>
                    </a:xfrm>
                  </p:grpSpPr>
                  <p:grpSp>
                    <p:nvGrpSpPr>
                      <p:cNvPr id="23" name="グループ化 22">
                        <a:extLst>
                          <a:ext uri="{FF2B5EF4-FFF2-40B4-BE49-F238E27FC236}">
                            <a16:creationId xmlns:a16="http://schemas.microsoft.com/office/drawing/2014/main" id="{AE3B1E03-EAEC-0FB3-6F86-BFEC542F6F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826434" y="3841318"/>
                        <a:ext cx="1728753" cy="2896756"/>
                        <a:chOff x="7769702" y="1407882"/>
                        <a:chExt cx="1836341" cy="3077031"/>
                      </a:xfrm>
                      <a:solidFill>
                        <a:schemeClr val="bg2"/>
                      </a:solidFill>
                    </p:grpSpPr>
                    <p:sp>
                      <p:nvSpPr>
                        <p:cNvPr id="81" name="台形 80">
                          <a:extLst>
                            <a:ext uri="{FF2B5EF4-FFF2-40B4-BE49-F238E27FC236}">
                              <a16:creationId xmlns:a16="http://schemas.microsoft.com/office/drawing/2014/main" id="{3FB02A44-3F82-4F91-6DEB-4F01FD9641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632451" y="2545133"/>
                          <a:ext cx="3077030" cy="802528"/>
                        </a:xfrm>
                        <a:prstGeom prst="trapezoid">
                          <a:avLst/>
                        </a:prstGeom>
                        <a:grpFill/>
                        <a:ln w="1905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  <p:sp>
                      <p:nvSpPr>
                        <p:cNvPr id="82" name="正方形/長方形 81">
                          <a:extLst>
                            <a:ext uri="{FF2B5EF4-FFF2-40B4-BE49-F238E27FC236}">
                              <a16:creationId xmlns:a16="http://schemas.microsoft.com/office/drawing/2014/main" id="{9DF5CB01-EEA7-F644-D1CE-C04EBEADA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77946" y="1407885"/>
                          <a:ext cx="1028097" cy="3077028"/>
                        </a:xfrm>
                        <a:prstGeom prst="rect">
                          <a:avLst/>
                        </a:prstGeom>
                        <a:grpFill/>
                        <a:ln w="1905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</p:grpSp>
                  <p:sp>
                    <p:nvSpPr>
                      <p:cNvPr id="26" name="円柱 25">
                        <a:extLst>
                          <a:ext uri="{FF2B5EF4-FFF2-40B4-BE49-F238E27FC236}">
                            <a16:creationId xmlns:a16="http://schemas.microsoft.com/office/drawing/2014/main" id="{D8C327F7-9676-08E1-8C13-702968CE7A7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7418235" y="4293571"/>
                        <a:ext cx="1978315" cy="1992253"/>
                      </a:xfrm>
                      <a:prstGeom prst="can">
                        <a:avLst/>
                      </a:prstGeom>
                      <a:noFill/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31" name="円柱 30">
                        <a:extLst>
                          <a:ext uri="{FF2B5EF4-FFF2-40B4-BE49-F238E27FC236}">
                            <a16:creationId xmlns:a16="http://schemas.microsoft.com/office/drawing/2014/main" id="{EC3335F9-9E83-C53D-D8E0-D88B5486A34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116026" y="4889429"/>
                        <a:ext cx="910806" cy="765178"/>
                      </a:xfrm>
                      <a:prstGeom prst="can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32" name="円柱 31">
                        <a:extLst>
                          <a:ext uri="{FF2B5EF4-FFF2-40B4-BE49-F238E27FC236}">
                            <a16:creationId xmlns:a16="http://schemas.microsoft.com/office/drawing/2014/main" id="{C4390195-AB4A-B90D-3334-3667F25349A1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811984" y="4576899"/>
                        <a:ext cx="1507188" cy="1426056"/>
                      </a:xfrm>
                      <a:prstGeom prst="can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33" name="円柱 32">
                        <a:extLst>
                          <a:ext uri="{FF2B5EF4-FFF2-40B4-BE49-F238E27FC236}">
                            <a16:creationId xmlns:a16="http://schemas.microsoft.com/office/drawing/2014/main" id="{1D8BA6B1-3500-0D3B-4C27-F5523CAB53E1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551688" y="4063362"/>
                        <a:ext cx="1978315" cy="2452673"/>
                      </a:xfrm>
                      <a:prstGeom prst="can">
                        <a:avLst/>
                      </a:prstGeom>
                      <a:noFill/>
                      <a:ln w="349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34" name="円/楕円 33">
                        <a:extLst>
                          <a:ext uri="{FF2B5EF4-FFF2-40B4-BE49-F238E27FC236}">
                            <a16:creationId xmlns:a16="http://schemas.microsoft.com/office/drawing/2014/main" id="{AB19943A-757A-6AF2-56A5-392F7D1F00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98304" y="4809751"/>
                        <a:ext cx="191213" cy="959893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35" name="円柱 34">
                        <a:extLst>
                          <a:ext uri="{FF2B5EF4-FFF2-40B4-BE49-F238E27FC236}">
                            <a16:creationId xmlns:a16="http://schemas.microsoft.com/office/drawing/2014/main" id="{F808B3E7-2FEE-1D2C-901B-350D3A9C8E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20282" y="5792280"/>
                        <a:ext cx="290590" cy="77661"/>
                      </a:xfrm>
                      <a:prstGeom prst="can">
                        <a:avLst/>
                      </a:prstGeom>
                      <a:noFill/>
                      <a:ln w="127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cxnSp>
                    <p:nvCxnSpPr>
                      <p:cNvPr id="46" name="直線コネクタ 45">
                        <a:extLst>
                          <a:ext uri="{FF2B5EF4-FFF2-40B4-BE49-F238E27FC236}">
                            <a16:creationId xmlns:a16="http://schemas.microsoft.com/office/drawing/2014/main" id="{545DE442-3CF4-5BF1-E037-DD9750F9E98C}"/>
                          </a:ext>
                        </a:extLst>
                      </p:cNvPr>
                      <p:cNvCxnSpPr>
                        <a:cxnSpLocks/>
                        <a:endCxn id="77" idx="3"/>
                      </p:cNvCxnSpPr>
                      <p:nvPr/>
                    </p:nvCxnSpPr>
                    <p:spPr>
                      <a:xfrm flipH="1">
                        <a:off x="4151632" y="4536332"/>
                        <a:ext cx="4993428" cy="72863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線コネクタ 47">
                        <a:extLst>
                          <a:ext uri="{FF2B5EF4-FFF2-40B4-BE49-F238E27FC236}">
                            <a16:creationId xmlns:a16="http://schemas.microsoft.com/office/drawing/2014/main" id="{3E5DE0BB-CA64-92B5-C2BB-17071682FCF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4018972" y="5264964"/>
                        <a:ext cx="4997894" cy="865611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直線コネクタ 66">
                        <a:extLst>
                          <a:ext uri="{FF2B5EF4-FFF2-40B4-BE49-F238E27FC236}">
                            <a16:creationId xmlns:a16="http://schemas.microsoft.com/office/drawing/2014/main" id="{A71CB289-5AA9-F4EE-0C20-7BF89D8FA5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6575683" y="5846336"/>
                        <a:ext cx="102713" cy="586376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直線コネクタ 75">
                        <a:extLst>
                          <a:ext uri="{FF2B5EF4-FFF2-40B4-BE49-F238E27FC236}">
                            <a16:creationId xmlns:a16="http://schemas.microsoft.com/office/drawing/2014/main" id="{7E9E706F-171A-ABE1-E4E7-4831963761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2109163" y="5259387"/>
                        <a:ext cx="7035897" cy="9236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5" name="円/楕円 24">
                        <a:extLst>
                          <a:ext uri="{FF2B5EF4-FFF2-40B4-BE49-F238E27FC236}">
                            <a16:creationId xmlns:a16="http://schemas.microsoft.com/office/drawing/2014/main" id="{29BA1214-674C-29B2-DD11-377F5A3C41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94758" y="4316913"/>
                        <a:ext cx="522213" cy="1978316"/>
                      </a:xfrm>
                      <a:prstGeom prst="ellipse">
                        <a:avLst/>
                      </a:prstGeom>
                      <a:noFill/>
                      <a:ln w="12700">
                        <a:prstDash val="sysDash"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138" name="正方形/長方形 137">
                      <a:extLst>
                        <a:ext uri="{FF2B5EF4-FFF2-40B4-BE49-F238E27FC236}">
                          <a16:creationId xmlns:a16="http://schemas.microsoft.com/office/drawing/2014/main" id="{E8C0A285-DBD5-84BB-6E58-846B01CD7D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03490" y="2840648"/>
                      <a:ext cx="3068147" cy="38251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" name="環状矢印 2">
                      <a:extLst>
                        <a:ext uri="{FF2B5EF4-FFF2-40B4-BE49-F238E27FC236}">
                          <a16:creationId xmlns:a16="http://schemas.microsoft.com/office/drawing/2014/main" id="{E2078244-0D94-2765-1788-B4239DCFE46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64799" y="2639314"/>
                      <a:ext cx="338611" cy="857583"/>
                    </a:xfrm>
                    <a:prstGeom prst="circularArrow">
                      <a:avLst>
                        <a:gd name="adj1" fmla="val 12500"/>
                        <a:gd name="adj2" fmla="val 1142319"/>
                        <a:gd name="adj3" fmla="val 20457681"/>
                        <a:gd name="adj4" fmla="val 529627"/>
                        <a:gd name="adj5" fmla="val 19306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6" name="正方形/長方形 35">
                      <a:extLst>
                        <a:ext uri="{FF2B5EF4-FFF2-40B4-BE49-F238E27FC236}">
                          <a16:creationId xmlns:a16="http://schemas.microsoft.com/office/drawing/2014/main" id="{2F3D59FF-A673-2597-3FF0-A14F2B8C63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3742" y="3260044"/>
                      <a:ext cx="360728" cy="926225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7" name="円柱 36">
                      <a:extLst>
                        <a:ext uri="{FF2B5EF4-FFF2-40B4-BE49-F238E27FC236}">
                          <a16:creationId xmlns:a16="http://schemas.microsoft.com/office/drawing/2014/main" id="{93906202-831B-6AAA-B1AB-A0EB00034FE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2496484" y="3648364"/>
                      <a:ext cx="3275245" cy="288432"/>
                    </a:xfrm>
                    <a:prstGeom prst="can">
                      <a:avLst>
                        <a:gd name="adj" fmla="val 36370"/>
                      </a:avLst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8" name="円柱 37">
                      <a:extLst>
                        <a:ext uri="{FF2B5EF4-FFF2-40B4-BE49-F238E27FC236}">
                          <a16:creationId xmlns:a16="http://schemas.microsoft.com/office/drawing/2014/main" id="{ADE57DC9-8CEB-8E89-3426-3778903BE932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2807972" y="3864172"/>
                      <a:ext cx="2639197" cy="288432"/>
                    </a:xfrm>
                    <a:prstGeom prst="can">
                      <a:avLst>
                        <a:gd name="adj" fmla="val 5103"/>
                      </a:avLst>
                    </a:prstGeom>
                    <a:solidFill>
                      <a:srgbClr val="B518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9" name="円柱 38">
                      <a:extLst>
                        <a:ext uri="{FF2B5EF4-FFF2-40B4-BE49-F238E27FC236}">
                          <a16:creationId xmlns:a16="http://schemas.microsoft.com/office/drawing/2014/main" id="{501D26D1-1389-FCD3-D61E-DC77169680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89948" y="6576737"/>
                      <a:ext cx="3275245" cy="288432"/>
                    </a:xfrm>
                    <a:prstGeom prst="can">
                      <a:avLst>
                        <a:gd name="adj" fmla="val 36370"/>
                      </a:avLst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41" name="円柱 40">
                      <a:extLst>
                        <a:ext uri="{FF2B5EF4-FFF2-40B4-BE49-F238E27FC236}">
                          <a16:creationId xmlns:a16="http://schemas.microsoft.com/office/drawing/2014/main" id="{6AB07ACB-612A-37F1-3E0C-8EBDC90E98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2453" y="4120900"/>
                      <a:ext cx="401720" cy="2412567"/>
                    </a:xfrm>
                    <a:prstGeom prst="can">
                      <a:avLst>
                        <a:gd name="adj" fmla="val 0"/>
                      </a:avLst>
                    </a:prstGeom>
                    <a:solidFill>
                      <a:srgbClr val="B518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42" name="円柱 41">
                      <a:extLst>
                        <a:ext uri="{FF2B5EF4-FFF2-40B4-BE49-F238E27FC236}">
                          <a16:creationId xmlns:a16="http://schemas.microsoft.com/office/drawing/2014/main" id="{B25E6475-189E-C4C3-E4A9-1568066C6D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14508" y="6355797"/>
                      <a:ext cx="2639197" cy="288432"/>
                    </a:xfrm>
                    <a:prstGeom prst="can">
                      <a:avLst/>
                    </a:prstGeom>
                    <a:solidFill>
                      <a:srgbClr val="B518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4" name="直線コネクタ 43">
                      <a:extLst>
                        <a:ext uri="{FF2B5EF4-FFF2-40B4-BE49-F238E27FC236}">
                          <a16:creationId xmlns:a16="http://schemas.microsoft.com/office/drawing/2014/main" id="{25EC93F9-2A3C-F82D-7ED6-E83E46CDA5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11295" y="3833178"/>
                      <a:ext cx="0" cy="3099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直線コネクタ 44">
                      <a:extLst>
                        <a:ext uri="{FF2B5EF4-FFF2-40B4-BE49-F238E27FC236}">
                          <a16:creationId xmlns:a16="http://schemas.microsoft.com/office/drawing/2014/main" id="{C54A20D0-EFFD-9BEB-7C1C-07B35726C5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52309" y="3838750"/>
                      <a:ext cx="0" cy="3099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7" name="円/楕円 46">
                      <a:extLst>
                        <a:ext uri="{FF2B5EF4-FFF2-40B4-BE49-F238E27FC236}">
                          <a16:creationId xmlns:a16="http://schemas.microsoft.com/office/drawing/2014/main" id="{0CE6446D-A622-C9B9-9612-65724A375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40090" y="4727824"/>
                      <a:ext cx="365291" cy="1179577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72B6EB62-FFF2-9C52-F28E-95FD2FF901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64711" y="6095026"/>
                      <a:ext cx="1079187" cy="5505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Pickup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69" name="直線矢印コネクタ 68">
                      <a:extLst>
                        <a:ext uri="{FF2B5EF4-FFF2-40B4-BE49-F238E27FC236}">
                          <a16:creationId xmlns:a16="http://schemas.microsoft.com/office/drawing/2014/main" id="{685EA6BF-1883-2386-BF48-DAC5DA0DD1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96286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直線矢印コネクタ 69">
                      <a:extLst>
                        <a:ext uri="{FF2B5EF4-FFF2-40B4-BE49-F238E27FC236}">
                          <a16:creationId xmlns:a16="http://schemas.microsoft.com/office/drawing/2014/main" id="{A98FC1B0-E332-3582-1597-0609EAF31E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96385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51632965-5AFB-35DA-8018-80355F4ED2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200000">
                      <a:off x="5296087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65BF43CD-39D4-77AC-4714-4BFCF3511E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596186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直線矢印コネクタ 72">
                      <a:extLst>
                        <a:ext uri="{FF2B5EF4-FFF2-40B4-BE49-F238E27FC236}">
                          <a16:creationId xmlns:a16="http://schemas.microsoft.com/office/drawing/2014/main" id="{DB19252A-07AA-8A23-7930-2A41E025CC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6695887" y="4997765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直線矢印コネクタ 73">
                      <a:extLst>
                        <a:ext uri="{FF2B5EF4-FFF2-40B4-BE49-F238E27FC236}">
                          <a16:creationId xmlns:a16="http://schemas.microsoft.com/office/drawing/2014/main" id="{D9B91DEA-80A1-C985-8305-6565DD194F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3600000">
                      <a:off x="5995988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線矢印コネクタ 74">
                      <a:extLst>
                        <a:ext uri="{FF2B5EF4-FFF2-40B4-BE49-F238E27FC236}">
                          <a16:creationId xmlns:a16="http://schemas.microsoft.com/office/drawing/2014/main" id="{D771D55B-ABE4-5927-2579-EEBC4A417F6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96484" y="4985809"/>
                      <a:ext cx="0" cy="537489"/>
                    </a:xfrm>
                    <a:prstGeom prst="straightConnector1">
                      <a:avLst/>
                    </a:prstGeom>
                    <a:ln w="38100">
                      <a:solidFill>
                        <a:srgbClr val="0070C0"/>
                      </a:solidFill>
                      <a:headEnd type="triangle" w="lg" len="lg"/>
                      <a:tailEnd type="none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" name="正方形/長方形 76">
                      <a:extLst>
                        <a:ext uri="{FF2B5EF4-FFF2-40B4-BE49-F238E27FC236}">
                          <a16:creationId xmlns:a16="http://schemas.microsoft.com/office/drawing/2014/main" id="{712907B1-A074-7E90-AA1E-9FB43DF4F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239" y="5222250"/>
                      <a:ext cx="79732" cy="8369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79" name="テキスト ボックス 78">
                      <a:extLst>
                        <a:ext uri="{FF2B5EF4-FFF2-40B4-BE49-F238E27FC236}">
                          <a16:creationId xmlns:a16="http://schemas.microsoft.com/office/drawing/2014/main" id="{60D58E32-698B-255F-0AA1-9753A479FC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47586" y="4379871"/>
                      <a:ext cx="1622630" cy="5505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Magnetic field direction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80" name="直線コネクタ 79">
                      <a:extLst>
                        <a:ext uri="{FF2B5EF4-FFF2-40B4-BE49-F238E27FC236}">
                          <a16:creationId xmlns:a16="http://schemas.microsoft.com/office/drawing/2014/main" id="{4F678D05-AFAC-BBAB-8946-02CAF35648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72017" y="4831328"/>
                      <a:ext cx="88704" cy="22231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直線コネクタ 12">
                      <a:extLst>
                        <a:ext uri="{FF2B5EF4-FFF2-40B4-BE49-F238E27FC236}">
                          <a16:creationId xmlns:a16="http://schemas.microsoft.com/office/drawing/2014/main" id="{6F4A865B-CABF-473E-EE45-4868724D5D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2262180" y="4710547"/>
                      <a:ext cx="3727993" cy="923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" name="テキスト ボックス 20">
                      <a:extLst>
                        <a:ext uri="{FF2B5EF4-FFF2-40B4-BE49-F238E27FC236}">
                          <a16:creationId xmlns:a16="http://schemas.microsoft.com/office/drawing/2014/main" id="{AF3DD08B-D06D-488C-E1A5-7CEB5FD0A7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55104" y="2884452"/>
                      <a:ext cx="1013166" cy="3107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030" dirty="0" err="1">
                          <a:latin typeface="Helvetica" pitchFamily="2" charset="0"/>
                        </a:rPr>
                        <a:t>ω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 rotation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</p:grpSp>
              <p:grpSp>
                <p:nvGrpSpPr>
                  <p:cNvPr id="110" name="グループ化 109">
                    <a:extLst>
                      <a:ext uri="{FF2B5EF4-FFF2-40B4-BE49-F238E27FC236}">
                        <a16:creationId xmlns:a16="http://schemas.microsoft.com/office/drawing/2014/main" id="{1BB7C7CC-7D3A-051C-9AF0-A30EE3CBFCA9}"/>
                      </a:ext>
                    </a:extLst>
                  </p:cNvPr>
                  <p:cNvGrpSpPr/>
                  <p:nvPr/>
                </p:nvGrpSpPr>
                <p:grpSpPr>
                  <a:xfrm>
                    <a:off x="2132150" y="-25443"/>
                    <a:ext cx="3707396" cy="3240474"/>
                    <a:chOff x="2509620" y="-109443"/>
                    <a:chExt cx="3316105" cy="2898462"/>
                  </a:xfrm>
                </p:grpSpPr>
                <p:sp>
                  <p:nvSpPr>
                    <p:cNvPr id="5" name="円/楕円 4">
                      <a:extLst>
                        <a:ext uri="{FF2B5EF4-FFF2-40B4-BE49-F238E27FC236}">
                          <a16:creationId xmlns:a16="http://schemas.microsoft.com/office/drawing/2014/main" id="{E6F85AB3-3E0C-7CA1-D47B-0431B97A8E85}"/>
                        </a:ext>
                      </a:extLst>
                    </p:cNvPr>
                    <p:cNvSpPr/>
                    <p:nvPr/>
                  </p:nvSpPr>
                  <p:spPr>
                    <a:xfrm rot="14330460">
                      <a:off x="2686665" y="-109443"/>
                      <a:ext cx="2898462" cy="2898462"/>
                    </a:xfrm>
                    <a:prstGeom prst="ellipse">
                      <a:avLst/>
                    </a:prstGeom>
                    <a:solidFill>
                      <a:srgbClr val="E9E9E9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6" name="円/楕円 5">
                      <a:extLst>
                        <a:ext uri="{FF2B5EF4-FFF2-40B4-BE49-F238E27FC236}">
                          <a16:creationId xmlns:a16="http://schemas.microsoft.com/office/drawing/2014/main" id="{348CDBE3-8BA8-F9F5-AAC2-77F8EE47AFF9}"/>
                        </a:ext>
                      </a:extLst>
                    </p:cNvPr>
                    <p:cNvSpPr/>
                    <p:nvPr/>
                  </p:nvSpPr>
                  <p:spPr>
                    <a:xfrm rot="14330460">
                      <a:off x="2972310" y="202064"/>
                      <a:ext cx="2300509" cy="2300510"/>
                    </a:xfrm>
                    <a:prstGeom prst="ellipse">
                      <a:avLst/>
                    </a:prstGeom>
                    <a:solidFill>
                      <a:srgbClr val="E9E9E9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7" name="円/楕円 6">
                      <a:extLst>
                        <a:ext uri="{FF2B5EF4-FFF2-40B4-BE49-F238E27FC236}">
                          <a16:creationId xmlns:a16="http://schemas.microsoft.com/office/drawing/2014/main" id="{CB181998-A510-452A-D6D1-3410C929E378}"/>
                        </a:ext>
                      </a:extLst>
                    </p:cNvPr>
                    <p:cNvSpPr/>
                    <p:nvPr/>
                  </p:nvSpPr>
                  <p:spPr>
                    <a:xfrm rot="14330460">
                      <a:off x="3135070" y="349624"/>
                      <a:ext cx="1990137" cy="1990138"/>
                    </a:xfrm>
                    <a:prstGeom prst="ellipse">
                      <a:avLst/>
                    </a:prstGeom>
                    <a:solidFill>
                      <a:srgbClr val="C13432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" name="円/楕円 7">
                      <a:extLst>
                        <a:ext uri="{FF2B5EF4-FFF2-40B4-BE49-F238E27FC236}">
                          <a16:creationId xmlns:a16="http://schemas.microsoft.com/office/drawing/2014/main" id="{7FCDF27C-BFA3-160B-4E02-37A1A9029E9E}"/>
                        </a:ext>
                      </a:extLst>
                    </p:cNvPr>
                    <p:cNvSpPr/>
                    <p:nvPr/>
                  </p:nvSpPr>
                  <p:spPr>
                    <a:xfrm rot="14330460">
                      <a:off x="3399104" y="603002"/>
                      <a:ext cx="1473581" cy="1473581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9" name="円/楕円 8">
                      <a:extLst>
                        <a:ext uri="{FF2B5EF4-FFF2-40B4-BE49-F238E27FC236}">
                          <a16:creationId xmlns:a16="http://schemas.microsoft.com/office/drawing/2014/main" id="{E9E4B035-B140-063B-F964-8C5C57B0FB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4330460">
                      <a:off x="3509623" y="713521"/>
                      <a:ext cx="1252544" cy="125254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0" name="円/楕円 9">
                      <a:extLst>
                        <a:ext uri="{FF2B5EF4-FFF2-40B4-BE49-F238E27FC236}">
                          <a16:creationId xmlns:a16="http://schemas.microsoft.com/office/drawing/2014/main" id="{0FF5A411-A517-A466-32C2-883F38402E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4330460">
                      <a:off x="3693820" y="897718"/>
                      <a:ext cx="884149" cy="884149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22" name="直線コネクタ 21">
                      <a:extLst>
                        <a:ext uri="{FF2B5EF4-FFF2-40B4-BE49-F238E27FC236}">
                          <a16:creationId xmlns:a16="http://schemas.microsoft.com/office/drawing/2014/main" id="{C02FD0BD-4A1F-A886-A8F0-2D938121F9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9730460">
                      <a:off x="2509620" y="1342944"/>
                      <a:ext cx="3284445" cy="2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7" name="正方形/長方形 26">
                      <a:extLst>
                        <a:ext uri="{FF2B5EF4-FFF2-40B4-BE49-F238E27FC236}">
                          <a16:creationId xmlns:a16="http://schemas.microsoft.com/office/drawing/2014/main" id="{61CA7AA6-E550-D51A-7690-7933D9E537BE}"/>
                        </a:ext>
                      </a:extLst>
                    </p:cNvPr>
                    <p:cNvSpPr/>
                    <p:nvPr/>
                  </p:nvSpPr>
                  <p:spPr>
                    <a:xfrm rot="14330460">
                      <a:off x="5319478" y="258654"/>
                      <a:ext cx="712040" cy="300455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03" name="正方形/長方形 102">
                      <a:extLst>
                        <a:ext uri="{FF2B5EF4-FFF2-40B4-BE49-F238E27FC236}">
                          <a16:creationId xmlns:a16="http://schemas.microsoft.com/office/drawing/2014/main" id="{5B84A8D9-90E0-DE68-0A6D-7847B90B9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6036" y="1297945"/>
                      <a:ext cx="79720" cy="83686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grpSp>
                <p:nvGrpSpPr>
                  <p:cNvPr id="153" name="グループ化 152">
                    <a:extLst>
                      <a:ext uri="{FF2B5EF4-FFF2-40B4-BE49-F238E27FC236}">
                        <a16:creationId xmlns:a16="http://schemas.microsoft.com/office/drawing/2014/main" id="{DAAEDECD-8436-E97E-70D8-2377E81D4787}"/>
                      </a:ext>
                    </a:extLst>
                  </p:cNvPr>
                  <p:cNvGrpSpPr/>
                  <p:nvPr/>
                </p:nvGrpSpPr>
                <p:grpSpPr>
                  <a:xfrm>
                    <a:off x="3958516" y="325518"/>
                    <a:ext cx="6097465" cy="2498384"/>
                    <a:chOff x="4216724" y="-74099"/>
                    <a:chExt cx="6690742" cy="2741473"/>
                  </a:xfrm>
                </p:grpSpPr>
                <p:grpSp>
                  <p:nvGrpSpPr>
                    <p:cNvPr id="111" name="グループ化 110">
                      <a:extLst>
                        <a:ext uri="{FF2B5EF4-FFF2-40B4-BE49-F238E27FC236}">
                          <a16:creationId xmlns:a16="http://schemas.microsoft.com/office/drawing/2014/main" id="{996E992C-C204-FB9E-CD4F-82DCDC89E1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16724" y="-74099"/>
                      <a:ext cx="6690742" cy="2741473"/>
                      <a:chOff x="4216436" y="1244784"/>
                      <a:chExt cx="6690742" cy="3995202"/>
                    </a:xfrm>
                  </p:grpSpPr>
                  <p:grpSp>
                    <p:nvGrpSpPr>
                      <p:cNvPr id="112" name="グループ化 111">
                        <a:extLst>
                          <a:ext uri="{FF2B5EF4-FFF2-40B4-BE49-F238E27FC236}">
                            <a16:creationId xmlns:a16="http://schemas.microsoft.com/office/drawing/2014/main" id="{A757F393-8FC7-8EEB-A07C-B0F4C2F9BDC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15113" y="1855619"/>
                        <a:ext cx="1730168" cy="2896316"/>
                        <a:chOff x="7767924" y="1407885"/>
                        <a:chExt cx="1838119" cy="3077028"/>
                      </a:xfrm>
                      <a:solidFill>
                        <a:schemeClr val="bg2"/>
                      </a:solidFill>
                    </p:grpSpPr>
                    <p:sp>
                      <p:nvSpPr>
                        <p:cNvPr id="136" name="台形 135">
                          <a:extLst>
                            <a:ext uri="{FF2B5EF4-FFF2-40B4-BE49-F238E27FC236}">
                              <a16:creationId xmlns:a16="http://schemas.microsoft.com/office/drawing/2014/main" id="{A2D59C7A-C5A6-9215-C1CA-E9BC0B2B66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6634421" y="2541388"/>
                          <a:ext cx="3077026" cy="810020"/>
                        </a:xfrm>
                        <a:prstGeom prst="trapezoid">
                          <a:avLst/>
                        </a:prstGeom>
                        <a:grpFill/>
                        <a:ln w="1905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  <p:sp>
                      <p:nvSpPr>
                        <p:cNvPr id="137" name="正方形/長方形 136">
                          <a:extLst>
                            <a:ext uri="{FF2B5EF4-FFF2-40B4-BE49-F238E27FC236}">
                              <a16:creationId xmlns:a16="http://schemas.microsoft.com/office/drawing/2014/main" id="{656A9F98-FA80-673E-1AEB-606B1B395E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77946" y="1407885"/>
                          <a:ext cx="1028097" cy="3077028"/>
                        </a:xfrm>
                        <a:prstGeom prst="rect">
                          <a:avLst/>
                        </a:prstGeom>
                        <a:grpFill/>
                        <a:ln w="19050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ja-JP" altLang="en-US" sz="2610"/>
                        </a:p>
                      </p:txBody>
                    </p:sp>
                  </p:grpSp>
                  <p:sp>
                    <p:nvSpPr>
                      <p:cNvPr id="114" name="円柱 113">
                        <a:extLst>
                          <a:ext uri="{FF2B5EF4-FFF2-40B4-BE49-F238E27FC236}">
                            <a16:creationId xmlns:a16="http://schemas.microsoft.com/office/drawing/2014/main" id="{DC12A054-EC10-4AD3-4C6B-22B7CAE1F1C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7508791" y="2307801"/>
                        <a:ext cx="1978017" cy="1991953"/>
                      </a:xfrm>
                      <a:prstGeom prst="can">
                        <a:avLst/>
                      </a:prstGeom>
                      <a:noFill/>
                      <a:ln w="3810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15" name="円柱 114">
                        <a:extLst>
                          <a:ext uri="{FF2B5EF4-FFF2-40B4-BE49-F238E27FC236}">
                            <a16:creationId xmlns:a16="http://schemas.microsoft.com/office/drawing/2014/main" id="{D2EF69A6-B672-8F60-5D2E-3B32DFCF6C0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205409" y="2903568"/>
                        <a:ext cx="910669" cy="765063"/>
                      </a:xfrm>
                      <a:prstGeom prst="can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16" name="円柱 115">
                        <a:extLst>
                          <a:ext uri="{FF2B5EF4-FFF2-40B4-BE49-F238E27FC236}">
                            <a16:creationId xmlns:a16="http://schemas.microsoft.com/office/drawing/2014/main" id="{4262A484-13B1-FCCC-55B5-21FE5862E91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901411" y="2591085"/>
                        <a:ext cx="1506961" cy="1425841"/>
                      </a:xfrm>
                      <a:prstGeom prst="can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17" name="円柱 116">
                        <a:extLst>
                          <a:ext uri="{FF2B5EF4-FFF2-40B4-BE49-F238E27FC236}">
                            <a16:creationId xmlns:a16="http://schemas.microsoft.com/office/drawing/2014/main" id="{D600C3B5-016E-04E0-365A-4EC72BA8FD6B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641156" y="2077626"/>
                        <a:ext cx="1978017" cy="2452304"/>
                      </a:xfrm>
                      <a:prstGeom prst="can">
                        <a:avLst/>
                      </a:prstGeom>
                      <a:noFill/>
                      <a:ln w="3492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18" name="円/楕円 117">
                        <a:extLst>
                          <a:ext uri="{FF2B5EF4-FFF2-40B4-BE49-F238E27FC236}">
                            <a16:creationId xmlns:a16="http://schemas.microsoft.com/office/drawing/2014/main" id="{EF27BF6B-19F7-ED97-B8C7-F3822B6C46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83738" y="2823903"/>
                        <a:ext cx="191184" cy="959747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cxnSp>
                    <p:nvCxnSpPr>
                      <p:cNvPr id="119" name="直線コネクタ 118">
                        <a:extLst>
                          <a:ext uri="{FF2B5EF4-FFF2-40B4-BE49-F238E27FC236}">
                            <a16:creationId xmlns:a16="http://schemas.microsoft.com/office/drawing/2014/main" id="{85F50862-13F4-951A-60E3-90A40F205802}"/>
                          </a:ext>
                        </a:extLst>
                      </p:cNvPr>
                      <p:cNvCxnSpPr>
                        <a:cxnSpLocks/>
                        <a:stCxn id="141" idx="0"/>
                        <a:endCxn id="103" idx="3"/>
                      </p:cNvCxnSpPr>
                      <p:nvPr/>
                    </p:nvCxnSpPr>
                    <p:spPr>
                      <a:xfrm flipH="1">
                        <a:off x="4256339" y="2449201"/>
                        <a:ext cx="4980496" cy="825303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直線コネクタ 120">
                        <a:extLst>
                          <a:ext uri="{FF2B5EF4-FFF2-40B4-BE49-F238E27FC236}">
                            <a16:creationId xmlns:a16="http://schemas.microsoft.com/office/drawing/2014/main" id="{9843FA66-B226-EA59-59F3-50B5897118DA}"/>
                          </a:ext>
                        </a:extLst>
                      </p:cNvPr>
                      <p:cNvCxnSpPr>
                        <a:cxnSpLocks/>
                        <a:stCxn id="141" idx="4"/>
                        <a:endCxn id="103" idx="3"/>
                      </p:cNvCxnSpPr>
                      <p:nvPr/>
                    </p:nvCxnSpPr>
                    <p:spPr>
                      <a:xfrm flipH="1" flipV="1">
                        <a:off x="4256339" y="3274504"/>
                        <a:ext cx="4980496" cy="893717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2" name="テキスト ボックス 121">
                        <a:extLst>
                          <a:ext uri="{FF2B5EF4-FFF2-40B4-BE49-F238E27FC236}">
                            <a16:creationId xmlns:a16="http://schemas.microsoft.com/office/drawing/2014/main" id="{8B199432-92A9-5417-41CF-71275B9EBAA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57128" y="3073145"/>
                        <a:ext cx="934498" cy="44641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baseline="30000" dirty="0">
                            <a:latin typeface="Helvetica" pitchFamily="2" charset="0"/>
                          </a:rPr>
                          <a:t>3</a:t>
                        </a:r>
                        <a:r>
                          <a:rPr lang="en-US" altLang="ja-JP" sz="2030" dirty="0">
                            <a:latin typeface="Helvetica" pitchFamily="2" charset="0"/>
                          </a:rPr>
                          <a:t>He cell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123" name="テキスト ボックス 122">
                        <a:extLst>
                          <a:ext uri="{FF2B5EF4-FFF2-40B4-BE49-F238E27FC236}">
                            <a16:creationId xmlns:a16="http://schemas.microsoft.com/office/drawing/2014/main" id="{92A6C784-6981-9295-8C4C-A68644C26C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46392" y="1941832"/>
                        <a:ext cx="836337" cy="44641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dirty="0">
                            <a:latin typeface="Helvetica" pitchFamily="2" charset="0"/>
                          </a:rPr>
                          <a:t>RF coil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124" name="テキスト ボックス 123">
                        <a:extLst>
                          <a:ext uri="{FF2B5EF4-FFF2-40B4-BE49-F238E27FC236}">
                            <a16:creationId xmlns:a16="http://schemas.microsoft.com/office/drawing/2014/main" id="{D0A5B3B3-F9E2-D4DF-8E9C-1561C92364D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77033" y="1580448"/>
                        <a:ext cx="1331161" cy="44641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baseline="30000" dirty="0">
                            <a:latin typeface="Helvetica" pitchFamily="2" charset="0"/>
                          </a:rPr>
                          <a:t>3</a:t>
                        </a:r>
                        <a:r>
                          <a:rPr lang="en-US" altLang="ja-JP" sz="2030" dirty="0">
                            <a:latin typeface="Helvetica" pitchFamily="2" charset="0"/>
                          </a:rPr>
                          <a:t>He NSF coil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125" name="テキスト ボックス 124">
                        <a:extLst>
                          <a:ext uri="{FF2B5EF4-FFF2-40B4-BE49-F238E27FC236}">
                            <a16:creationId xmlns:a16="http://schemas.microsoft.com/office/drawing/2014/main" id="{8F3E9768-DCDC-7071-2BC1-D54196A5BD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9624" y="4448994"/>
                        <a:ext cx="1726015" cy="790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dirty="0">
                            <a:latin typeface="Helvetica" pitchFamily="2" charset="0"/>
                          </a:rPr>
                          <a:t>Neutron guide tube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sp>
                    <p:nvSpPr>
                      <p:cNvPr id="126" name="テキスト ボックス 125">
                        <a:extLst>
                          <a:ext uri="{FF2B5EF4-FFF2-40B4-BE49-F238E27FC236}">
                            <a16:creationId xmlns:a16="http://schemas.microsoft.com/office/drawing/2014/main" id="{61D22172-726C-49B0-E505-BE3A768BDB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86213" y="1244784"/>
                        <a:ext cx="1910304" cy="7909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dirty="0">
                            <a:latin typeface="Helvetica" pitchFamily="2" charset="0"/>
                          </a:rPr>
                          <a:t>Neutron Area detector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cxnSp>
                    <p:nvCxnSpPr>
                      <p:cNvPr id="127" name="直線コネクタ 126">
                        <a:extLst>
                          <a:ext uri="{FF2B5EF4-FFF2-40B4-BE49-F238E27FC236}">
                            <a16:creationId xmlns:a16="http://schemas.microsoft.com/office/drawing/2014/main" id="{4FBE6988-CFF9-B5FB-BF53-2AB0ABA6E34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7823" y="1959353"/>
                        <a:ext cx="123413" cy="30135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8" name="テキスト ボックス 127">
                        <a:extLst>
                          <a:ext uri="{FF2B5EF4-FFF2-40B4-BE49-F238E27FC236}">
                            <a16:creationId xmlns:a16="http://schemas.microsoft.com/office/drawing/2014/main" id="{9F56CDF3-0CDE-8A53-70B1-B70E9A66FB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61484" y="2227722"/>
                        <a:ext cx="1245694" cy="11355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ja-JP" sz="2030" dirty="0">
                            <a:latin typeface="Helvetica" pitchFamily="2" charset="0"/>
                          </a:rPr>
                          <a:t>Polarization analysis region</a:t>
                        </a:r>
                        <a:endParaRPr lang="ja-JP" altLang="en-US" sz="2030">
                          <a:latin typeface="Helvetica" pitchFamily="2" charset="0"/>
                        </a:endParaRPr>
                      </a:p>
                    </p:txBody>
                  </p:sp>
                  <p:cxnSp>
                    <p:nvCxnSpPr>
                      <p:cNvPr id="129" name="直線コネクタ 128">
                        <a:extLst>
                          <a:ext uri="{FF2B5EF4-FFF2-40B4-BE49-F238E27FC236}">
                            <a16:creationId xmlns:a16="http://schemas.microsoft.com/office/drawing/2014/main" id="{8504454B-EB48-C539-A9E8-93D3D361A0D7}"/>
                          </a:ext>
                        </a:extLst>
                      </p:cNvPr>
                      <p:cNvCxnSpPr>
                        <a:cxnSpLocks/>
                        <a:stCxn id="128" idx="1"/>
                      </p:cNvCxnSpPr>
                      <p:nvPr/>
                    </p:nvCxnSpPr>
                    <p:spPr>
                      <a:xfrm flipH="1" flipV="1">
                        <a:off x="9347757" y="2767824"/>
                        <a:ext cx="313727" cy="27682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直線コネクタ 131">
                        <a:extLst>
                          <a:ext uri="{FF2B5EF4-FFF2-40B4-BE49-F238E27FC236}">
                            <a16:creationId xmlns:a16="http://schemas.microsoft.com/office/drawing/2014/main" id="{7C8FE5A2-52FE-70F4-8AB1-CA08D88EE90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286771" y="1952193"/>
                        <a:ext cx="315829" cy="46235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直線コネクタ 132">
                        <a:extLst>
                          <a:ext uri="{FF2B5EF4-FFF2-40B4-BE49-F238E27FC236}">
                            <a16:creationId xmlns:a16="http://schemas.microsoft.com/office/drawing/2014/main" id="{ABEC7B8C-D63D-FFEB-E60A-B0C349DD543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136216" y="4116935"/>
                        <a:ext cx="0" cy="35714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" name="直線コネクタ 134">
                        <a:extLst>
                          <a:ext uri="{FF2B5EF4-FFF2-40B4-BE49-F238E27FC236}">
                            <a16:creationId xmlns:a16="http://schemas.microsoft.com/office/drawing/2014/main" id="{F81E8EAC-5D01-832F-05CE-F19593C6C02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216436" y="3276280"/>
                        <a:ext cx="5052986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prstDash val="dash"/>
                        <a:headEnd type="triangle"/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1" name="円/楕円 140">
                      <a:extLst>
                        <a:ext uri="{FF2B5EF4-FFF2-40B4-BE49-F238E27FC236}">
                          <a16:creationId xmlns:a16="http://schemas.microsoft.com/office/drawing/2014/main" id="{8EC8C62C-03D2-D53E-A0DC-A404593A95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4478" y="752361"/>
                      <a:ext cx="365291" cy="1179577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42" name="円/楕円 141">
                      <a:extLst>
                        <a:ext uri="{FF2B5EF4-FFF2-40B4-BE49-F238E27FC236}">
                          <a16:creationId xmlns:a16="http://schemas.microsoft.com/office/drawing/2014/main" id="{9DC269BB-DDF6-9CCF-8F80-D98B794C35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520" y="649115"/>
                      <a:ext cx="521918" cy="1370279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cxnSp>
                <p:nvCxnSpPr>
                  <p:cNvPr id="84" name="直線コネクタ 83">
                    <a:extLst>
                      <a:ext uri="{FF2B5EF4-FFF2-40B4-BE49-F238E27FC236}">
                        <a16:creationId xmlns:a16="http://schemas.microsoft.com/office/drawing/2014/main" id="{5DA8A804-39A1-9734-4428-834EEC3460A2}"/>
                      </a:ext>
                    </a:extLst>
                  </p:cNvPr>
                  <p:cNvCxnSpPr/>
                  <p:nvPr/>
                </p:nvCxnSpPr>
                <p:spPr>
                  <a:xfrm>
                    <a:off x="1296000" y="3247097"/>
                    <a:ext cx="856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9" name="テキスト ボックス 168">
                    <a:extLst>
                      <a:ext uri="{FF2B5EF4-FFF2-40B4-BE49-F238E27FC236}">
                        <a16:creationId xmlns:a16="http://schemas.microsoft.com/office/drawing/2014/main" id="{3D4F61A4-6E45-ACE9-5064-8888F5400E78}"/>
                      </a:ext>
                    </a:extLst>
                  </p:cNvPr>
                  <p:cNvSpPr txBox="1"/>
                  <p:nvPr/>
                </p:nvSpPr>
                <p:spPr>
                  <a:xfrm>
                    <a:off x="1288207" y="86624"/>
                    <a:ext cx="925069" cy="3099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320" dirty="0">
                        <a:latin typeface="Helvetica" pitchFamily="2" charset="0"/>
                        <a:cs typeface="Times New Roman" panose="02020603050405020304" pitchFamily="18" charset="0"/>
                      </a:rPr>
                      <a:t>Top view</a:t>
                    </a:r>
                    <a:endParaRPr lang="ja-JP" altLang="en-US" sz="2320">
                      <a:latin typeface="Helvetica" pitchFamily="2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0" name="テキスト ボックス 169">
                    <a:extLst>
                      <a:ext uri="{FF2B5EF4-FFF2-40B4-BE49-F238E27FC236}">
                        <a16:creationId xmlns:a16="http://schemas.microsoft.com/office/drawing/2014/main" id="{22197E02-8833-AEB9-2873-456920041358}"/>
                      </a:ext>
                    </a:extLst>
                  </p:cNvPr>
                  <p:cNvSpPr txBox="1"/>
                  <p:nvPr/>
                </p:nvSpPr>
                <p:spPr>
                  <a:xfrm>
                    <a:off x="1265850" y="2479077"/>
                    <a:ext cx="1965043" cy="4946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  <a:cs typeface="Times New Roman" panose="02020603050405020304" pitchFamily="18" charset="0"/>
                      </a:rPr>
                      <a:t>Incident neutron</a:t>
                    </a:r>
                    <a:br>
                      <a:rPr lang="en-US" altLang="ja-JP" sz="2030" dirty="0">
                        <a:latin typeface="Helvetica" pitchFamily="2" charset="0"/>
                        <a:cs typeface="Times New Roman" panose="02020603050405020304" pitchFamily="18" charset="0"/>
                      </a:rPr>
                    </a:br>
                    <a:r>
                      <a:rPr lang="en-US" altLang="ja-JP" sz="2030" dirty="0">
                        <a:latin typeface="Helvetica" pitchFamily="2" charset="0"/>
                        <a:cs typeface="Times New Roman" panose="02020603050405020304" pitchFamily="18" charset="0"/>
                      </a:rPr>
                      <a:t>(polarized by Cu</a:t>
                    </a:r>
                    <a:r>
                      <a:rPr lang="en-US" altLang="ja-JP" sz="2030" baseline="-25000" dirty="0">
                        <a:latin typeface="Helvetica" pitchFamily="2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altLang="ja-JP" sz="2030" dirty="0">
                        <a:latin typeface="Helvetica" pitchFamily="2" charset="0"/>
                        <a:cs typeface="Times New Roman" panose="02020603050405020304" pitchFamily="18" charset="0"/>
                      </a:rPr>
                      <a:t>MnAl)</a:t>
                    </a:r>
                    <a:endParaRPr lang="ja-JP" altLang="en-US" sz="2030">
                      <a:latin typeface="Helvetica" pitchFamily="2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1" name="テキスト ボックス 170">
                    <a:extLst>
                      <a:ext uri="{FF2B5EF4-FFF2-40B4-BE49-F238E27FC236}">
                        <a16:creationId xmlns:a16="http://schemas.microsoft.com/office/drawing/2014/main" id="{CFA50EB2-C3AA-49D4-FAC4-3CD7B6CB3EF9}"/>
                      </a:ext>
                    </a:extLst>
                  </p:cNvPr>
                  <p:cNvSpPr txBox="1"/>
                  <p:nvPr/>
                </p:nvSpPr>
                <p:spPr>
                  <a:xfrm>
                    <a:off x="5742205" y="109910"/>
                    <a:ext cx="1241918" cy="279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  <a:cs typeface="Times New Roman" panose="02020603050405020304" pitchFamily="18" charset="0"/>
                      </a:rPr>
                      <a:t>Beam stopper</a:t>
                    </a:r>
                    <a:endParaRPr lang="ja-JP" altLang="en-US" sz="2030">
                      <a:latin typeface="Helvetica" pitchFamily="2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3" name="直線コネクタ 172">
                    <a:extLst>
                      <a:ext uri="{FF2B5EF4-FFF2-40B4-BE49-F238E27FC236}">
                        <a16:creationId xmlns:a16="http://schemas.microsoft.com/office/drawing/2014/main" id="{EB1AEA7C-DD6D-6E66-4E44-E31529F879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723548" y="327699"/>
                    <a:ext cx="249770" cy="15150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直線コネクタ 179">
                    <a:extLst>
                      <a:ext uri="{FF2B5EF4-FFF2-40B4-BE49-F238E27FC236}">
                        <a16:creationId xmlns:a16="http://schemas.microsoft.com/office/drawing/2014/main" id="{8E2629E7-8BEC-8301-2227-BB4633049F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60136" y="893703"/>
                    <a:ext cx="287824" cy="289131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4" name="直線コネクタ 183">
                  <a:extLst>
                    <a:ext uri="{FF2B5EF4-FFF2-40B4-BE49-F238E27FC236}">
                      <a16:creationId xmlns:a16="http://schemas.microsoft.com/office/drawing/2014/main" id="{E2F57637-BA06-AEFE-FD97-3B5660741D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3651" y="3826407"/>
                  <a:ext cx="155803" cy="53624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テキスト ボックス 184">
                  <a:extLst>
                    <a:ext uri="{FF2B5EF4-FFF2-40B4-BE49-F238E27FC236}">
                      <a16:creationId xmlns:a16="http://schemas.microsoft.com/office/drawing/2014/main" id="{EC8A7CAB-6402-0F4F-73F7-5A55EA404ABA}"/>
                    </a:ext>
                  </a:extLst>
                </p:cNvPr>
                <p:cNvSpPr txBox="1"/>
                <p:nvPr/>
              </p:nvSpPr>
              <p:spPr>
                <a:xfrm>
                  <a:off x="2262325" y="3621061"/>
                  <a:ext cx="1241918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</a:rPr>
                    <a:t>Helmholtz coil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  <p:sp>
              <p:nvSpPr>
                <p:cNvPr id="186" name="テキスト ボックス 185">
                  <a:extLst>
                    <a:ext uri="{FF2B5EF4-FFF2-40B4-BE49-F238E27FC236}">
                      <a16:creationId xmlns:a16="http://schemas.microsoft.com/office/drawing/2014/main" id="{F1E68C85-C048-ED59-C44D-5C7B2770B888}"/>
                    </a:ext>
                  </a:extLst>
                </p:cNvPr>
                <p:cNvSpPr txBox="1"/>
                <p:nvPr/>
              </p:nvSpPr>
              <p:spPr>
                <a:xfrm>
                  <a:off x="4420394" y="3648661"/>
                  <a:ext cx="794111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</a:rPr>
                    <a:t>Cryostat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  <p:cxnSp>
              <p:nvCxnSpPr>
                <p:cNvPr id="187" name="直線コネクタ 186">
                  <a:extLst>
                    <a:ext uri="{FF2B5EF4-FFF2-40B4-BE49-F238E27FC236}">
                      <a16:creationId xmlns:a16="http://schemas.microsoft.com/office/drawing/2014/main" id="{1E1C5706-6276-D502-57D9-889819F503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3589" y="3893936"/>
                  <a:ext cx="358981" cy="83743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9" name="テキスト ボックス 188">
                <a:extLst>
                  <a:ext uri="{FF2B5EF4-FFF2-40B4-BE49-F238E27FC236}">
                    <a16:creationId xmlns:a16="http://schemas.microsoft.com/office/drawing/2014/main" id="{FF1CC82D-FFA2-2879-811A-61FCE3041845}"/>
                  </a:ext>
                </a:extLst>
              </p:cNvPr>
              <p:cNvSpPr txBox="1"/>
              <p:nvPr/>
            </p:nvSpPr>
            <p:spPr>
              <a:xfrm>
                <a:off x="3430496" y="1134095"/>
                <a:ext cx="886133" cy="27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Sample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190" name="直線コネクタ 189">
                <a:extLst>
                  <a:ext uri="{FF2B5EF4-FFF2-40B4-BE49-F238E27FC236}">
                    <a16:creationId xmlns:a16="http://schemas.microsoft.com/office/drawing/2014/main" id="{ABFD6331-89EE-A4AC-383A-FB8AB0F19C57}"/>
                  </a:ext>
                </a:extLst>
              </p:cNvPr>
              <p:cNvCxnSpPr>
                <a:cxnSpLocks/>
                <a:stCxn id="189" idx="2"/>
              </p:cNvCxnSpPr>
              <p:nvPr/>
            </p:nvCxnSpPr>
            <p:spPr>
              <a:xfrm>
                <a:off x="3873563" y="1413261"/>
                <a:ext cx="118873" cy="1375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円弧 1">
              <a:extLst>
                <a:ext uri="{FF2B5EF4-FFF2-40B4-BE49-F238E27FC236}">
                  <a16:creationId xmlns:a16="http://schemas.microsoft.com/office/drawing/2014/main" id="{57F91E10-C93D-57EA-91E2-4597EF5623FF}"/>
                </a:ext>
              </a:extLst>
            </p:cNvPr>
            <p:cNvSpPr/>
            <p:nvPr/>
          </p:nvSpPr>
          <p:spPr>
            <a:xfrm rot="1950588">
              <a:off x="4065360" y="1281752"/>
              <a:ext cx="460838" cy="759842"/>
            </a:xfrm>
            <a:prstGeom prst="arc">
              <a:avLst>
                <a:gd name="adj1" fmla="val 16200000"/>
                <a:gd name="adj2" fmla="val 19034973"/>
              </a:avLst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5E8D195A-736E-9FA0-AF30-7B9372293BD8}"/>
                </a:ext>
              </a:extLst>
            </p:cNvPr>
            <p:cNvSpPr txBox="1"/>
            <p:nvPr/>
          </p:nvSpPr>
          <p:spPr>
            <a:xfrm>
              <a:off x="4501925" y="1263144"/>
              <a:ext cx="50552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  <a:cs typeface="Times New Roman" panose="02020603050405020304" pitchFamily="18" charset="0"/>
                </a:rPr>
                <a:t>32°</a:t>
              </a:r>
              <a:endParaRPr lang="ja-JP" altLang="en-US" sz="2030"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914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A0013E2B-0312-D730-412D-795EB73411D6}"/>
              </a:ext>
            </a:extLst>
          </p:cNvPr>
          <p:cNvGrpSpPr/>
          <p:nvPr/>
        </p:nvGrpSpPr>
        <p:grpSpPr>
          <a:xfrm>
            <a:off x="476239" y="3439190"/>
            <a:ext cx="12371791" cy="4601748"/>
            <a:chOff x="2200519" y="1577809"/>
            <a:chExt cx="8533632" cy="3174126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0B7D3EC-2844-30D9-FEE6-B80C6D9FC964}"/>
                </a:ext>
              </a:extLst>
            </p:cNvPr>
            <p:cNvGrpSpPr/>
            <p:nvPr/>
          </p:nvGrpSpPr>
          <p:grpSpPr>
            <a:xfrm>
              <a:off x="8826278" y="1855619"/>
              <a:ext cx="1819001" cy="2896316"/>
              <a:chOff x="7673548" y="1407885"/>
              <a:chExt cx="1932495" cy="3077028"/>
            </a:xfrm>
            <a:solidFill>
              <a:schemeClr val="bg2"/>
            </a:solidFill>
          </p:grpSpPr>
          <p:sp>
            <p:nvSpPr>
              <p:cNvPr id="62" name="台形 61">
                <a:extLst>
                  <a:ext uri="{FF2B5EF4-FFF2-40B4-BE49-F238E27FC236}">
                    <a16:creationId xmlns:a16="http://schemas.microsoft.com/office/drawing/2014/main" id="{230A8DBC-15EF-02EE-E469-AF102BF6A893}"/>
                  </a:ext>
                </a:extLst>
              </p:cNvPr>
              <p:cNvSpPr/>
              <p:nvPr/>
            </p:nvSpPr>
            <p:spPr>
              <a:xfrm rot="16200000">
                <a:off x="6587233" y="2494200"/>
                <a:ext cx="3077027" cy="904397"/>
              </a:xfrm>
              <a:prstGeom prst="trapezoid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0CA567A4-E6BE-9120-9B64-76F94E6AE538}"/>
                  </a:ext>
                </a:extLst>
              </p:cNvPr>
              <p:cNvSpPr/>
              <p:nvPr/>
            </p:nvSpPr>
            <p:spPr>
              <a:xfrm>
                <a:off x="8577946" y="1407885"/>
                <a:ext cx="1028097" cy="3077028"/>
              </a:xfrm>
              <a:prstGeom prst="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80AE8490-62AA-2A19-3B22-10864C8C655F}"/>
                </a:ext>
              </a:extLst>
            </p:cNvPr>
            <p:cNvSpPr/>
            <p:nvPr/>
          </p:nvSpPr>
          <p:spPr>
            <a:xfrm>
              <a:off x="8985091" y="2331139"/>
              <a:ext cx="522134" cy="1978018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B2C0679E-1602-A82A-84FA-19A77AFA8B47}"/>
                </a:ext>
              </a:extLst>
            </p:cNvPr>
            <p:cNvSpPr/>
            <p:nvPr/>
          </p:nvSpPr>
          <p:spPr>
            <a:xfrm rot="16200000">
              <a:off x="7508791" y="2307801"/>
              <a:ext cx="1978017" cy="1991953"/>
            </a:xfrm>
            <a:prstGeom prst="ca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柱 11">
              <a:extLst>
                <a:ext uri="{FF2B5EF4-FFF2-40B4-BE49-F238E27FC236}">
                  <a16:creationId xmlns:a16="http://schemas.microsoft.com/office/drawing/2014/main" id="{3AED0021-9E8B-D105-BAB1-38EF83E5067D}"/>
                </a:ext>
              </a:extLst>
            </p:cNvPr>
            <p:cNvSpPr/>
            <p:nvPr/>
          </p:nvSpPr>
          <p:spPr>
            <a:xfrm rot="16200000">
              <a:off x="6339420" y="2903569"/>
              <a:ext cx="910669" cy="765063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円柱 12">
              <a:extLst>
                <a:ext uri="{FF2B5EF4-FFF2-40B4-BE49-F238E27FC236}">
                  <a16:creationId xmlns:a16="http://schemas.microsoft.com/office/drawing/2014/main" id="{9BFC8291-1A77-8B6C-8491-3528E6259D47}"/>
                </a:ext>
              </a:extLst>
            </p:cNvPr>
            <p:cNvSpPr/>
            <p:nvPr/>
          </p:nvSpPr>
          <p:spPr>
            <a:xfrm rot="16200000">
              <a:off x="6035422" y="2591086"/>
              <a:ext cx="1506961" cy="1425841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4" name="円柱 13">
              <a:extLst>
                <a:ext uri="{FF2B5EF4-FFF2-40B4-BE49-F238E27FC236}">
                  <a16:creationId xmlns:a16="http://schemas.microsoft.com/office/drawing/2014/main" id="{38AE0851-F503-8421-7BC2-EBB9BC339393}"/>
                </a:ext>
              </a:extLst>
            </p:cNvPr>
            <p:cNvSpPr/>
            <p:nvPr/>
          </p:nvSpPr>
          <p:spPr>
            <a:xfrm rot="16200000">
              <a:off x="5775167" y="2077626"/>
              <a:ext cx="1978017" cy="2452304"/>
            </a:xfrm>
            <a:prstGeom prst="can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BB7811FB-BA6B-3067-1B81-7F5B5C11669F}"/>
                </a:ext>
              </a:extLst>
            </p:cNvPr>
            <p:cNvSpPr/>
            <p:nvPr/>
          </p:nvSpPr>
          <p:spPr>
            <a:xfrm>
              <a:off x="5671349" y="2823903"/>
              <a:ext cx="191184" cy="9597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6330EFA-F1CE-74B0-8F44-41EE2B864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114" y="2550525"/>
              <a:ext cx="4981242" cy="69338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F1999070-66B5-6771-2E96-25F48C279D32}"/>
                </a:ext>
              </a:extLst>
            </p:cNvPr>
            <p:cNvSpPr/>
            <p:nvPr/>
          </p:nvSpPr>
          <p:spPr>
            <a:xfrm>
              <a:off x="9052738" y="2550525"/>
              <a:ext cx="365236" cy="1506963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683A7BC-9AEC-5DC9-EEC9-B2B58D8CA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3576" y="3325969"/>
              <a:ext cx="4982583" cy="7144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9FF46C3-6AA2-8071-8460-F715517F6C0B}"/>
                </a:ext>
              </a:extLst>
            </p:cNvPr>
            <p:cNvSpPr txBox="1"/>
            <p:nvPr/>
          </p:nvSpPr>
          <p:spPr>
            <a:xfrm>
              <a:off x="6454456" y="2572788"/>
              <a:ext cx="655899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cell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9D07D8F-4254-A7CB-2B0F-D999DA8C2A25}"/>
                </a:ext>
              </a:extLst>
            </p:cNvPr>
            <p:cNvSpPr txBox="1"/>
            <p:nvPr/>
          </p:nvSpPr>
          <p:spPr>
            <a:xfrm>
              <a:off x="6477089" y="2337489"/>
              <a:ext cx="607248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RF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CD0615C-B2B8-A7CB-3961-79B78A3AE72C}"/>
                </a:ext>
              </a:extLst>
            </p:cNvPr>
            <p:cNvSpPr txBox="1"/>
            <p:nvPr/>
          </p:nvSpPr>
          <p:spPr>
            <a:xfrm>
              <a:off x="6276410" y="2065398"/>
              <a:ext cx="100751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NSF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02F24B9-B258-A2CD-DC9D-7BF5B94B9033}"/>
                </a:ext>
              </a:extLst>
            </p:cNvPr>
            <p:cNvSpPr txBox="1"/>
            <p:nvPr/>
          </p:nvSpPr>
          <p:spPr>
            <a:xfrm>
              <a:off x="7810185" y="2070149"/>
              <a:ext cx="1433203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guide tube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FDB43CA-CCD6-7E40-C603-0657E1A8497B}"/>
                </a:ext>
              </a:extLst>
            </p:cNvPr>
            <p:cNvSpPr txBox="1"/>
            <p:nvPr/>
          </p:nvSpPr>
          <p:spPr>
            <a:xfrm>
              <a:off x="9058019" y="1577809"/>
              <a:ext cx="163046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Area detector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F94E495-C11C-C9D6-8C2A-9D06914F2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6875" y="1806885"/>
              <a:ext cx="213804" cy="226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9BBD4C0-033F-C73E-F941-47BF7DB43D10}"/>
                </a:ext>
              </a:extLst>
            </p:cNvPr>
            <p:cNvSpPr txBox="1"/>
            <p:nvPr/>
          </p:nvSpPr>
          <p:spPr>
            <a:xfrm>
              <a:off x="9603196" y="2171416"/>
              <a:ext cx="1130955" cy="617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Polarization analysis region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61273BE-9EBB-9AD1-6EEE-401FF1362DC9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9289470" y="2480303"/>
              <a:ext cx="313726" cy="231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0D34F075-1AF6-E363-1C4E-D5A35A2C4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3629" y="2787586"/>
              <a:ext cx="142923" cy="847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0BF9407-3430-F005-23B2-B46EF40AD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063" y="2530408"/>
              <a:ext cx="104525" cy="496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123FB751-269E-DFA7-D299-A9A73F21E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732" y="2275891"/>
              <a:ext cx="115507" cy="876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EFC16BFE-3E48-AB17-A46E-FDC675D25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4039" y="2275891"/>
              <a:ext cx="140967" cy="104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822CEC21-13FB-0F60-2AAD-46E621203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86553" y="3011889"/>
              <a:ext cx="0" cy="537408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E931CC84-4219-CEE4-9D0B-23C271DAF2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0519" y="3273471"/>
              <a:ext cx="7034836" cy="923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300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1D26-6F9C-1E81-23F9-9125A4CF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3DC6214-A296-5CC7-FCB8-2FA7C9FE1DFB}"/>
              </a:ext>
            </a:extLst>
          </p:cNvPr>
          <p:cNvSpPr>
            <a:spLocks/>
          </p:cNvSpPr>
          <p:nvPr/>
        </p:nvSpPr>
        <p:spPr>
          <a:xfrm>
            <a:off x="338294" y="838519"/>
            <a:ext cx="9298606" cy="479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892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400" b="0" i="1" smtClean="0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b="0" i="1" smtClean="0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b="0" i="1" smtClean="0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 b="0" i="0" smtClean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 b="0" i="0" smtClean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="0" i="0" baseline="-25000" smtClean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00" b="0" i="0" smtClean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0404FF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92" y="1759625"/>
                <a:ext cx="1558238" cy="1558238"/>
              </a:xfrm>
              <a:prstGeom prst="rect">
                <a:avLst/>
              </a:prstGeom>
              <a:blipFill>
                <a:blip r:embed="rId3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47161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="0" i="0" baseline="-25000" smtClean="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61" y="1759625"/>
                <a:ext cx="1558238" cy="1558238"/>
              </a:xfrm>
              <a:prstGeom prst="rect">
                <a:avLst/>
              </a:prstGeom>
              <a:blipFill>
                <a:blip r:embed="rId4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F0D440-36CB-1F18-FA9A-00D15FC0CD73}"/>
              </a:ext>
            </a:extLst>
          </p:cNvPr>
          <p:cNvSpPr txBox="1">
            <a:spLocks/>
          </p:cNvSpPr>
          <p:nvPr/>
        </p:nvSpPr>
        <p:spPr>
          <a:xfrm>
            <a:off x="6846996" y="2063349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...</a:t>
            </a:r>
            <a:endParaRPr lang="ja-JP" altLang="en-US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5085" y="1151981"/>
                <a:ext cx="1147743" cy="570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85" y="1151981"/>
                <a:ext cx="1147743" cy="570454"/>
              </a:xfrm>
              <a:prstGeom prst="rect">
                <a:avLst/>
              </a:prstGeom>
              <a:blipFill>
                <a:blip r:embed="rId5"/>
                <a:stretch>
                  <a:fillRect l="-1087" r="-1087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64" y="1151981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64" y="1151981"/>
                <a:ext cx="1238481" cy="615553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6839" y="3278390"/>
                <a:ext cx="921344" cy="5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39" y="3278390"/>
                <a:ext cx="921344" cy="581863"/>
              </a:xfrm>
              <a:prstGeom prst="rect">
                <a:avLst/>
              </a:prstGeom>
              <a:blipFill>
                <a:blip r:embed="rId7"/>
                <a:stretch>
                  <a:fillRect l="-6849" t="-15217" r="-26027" b="-456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7116" y="2233090"/>
                <a:ext cx="921344" cy="5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7116" y="2233090"/>
                <a:ext cx="921344" cy="581863"/>
              </a:xfrm>
              <a:prstGeom prst="rect">
                <a:avLst/>
              </a:prstGeom>
              <a:blipFill>
                <a:blip r:embed="rId8"/>
                <a:stretch>
                  <a:fillRect l="-17021" t="-25676" r="-42553" b="-5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36A9B61-E413-4727-452E-5D2098630113}"/>
              </a:ext>
            </a:extLst>
          </p:cNvPr>
          <p:cNvSpPr txBox="1">
            <a:spLocks/>
          </p:cNvSpPr>
          <p:nvPr/>
        </p:nvSpPr>
        <p:spPr>
          <a:xfrm>
            <a:off x="838719" y="498066"/>
            <a:ext cx="1710174" cy="581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480" dirty="0">
                <a:highlight>
                  <a:srgbClr val="FFFFFF"/>
                </a:highlight>
                <a:latin typeface="Helvetica" pitchFamily="2" charset="0"/>
              </a:rPr>
              <a:t>Data set</a:t>
            </a:r>
            <a:endParaRPr lang="ja-JP" altLang="en-US" sz="3480" baseline="-25000">
              <a:highlight>
                <a:srgbClr val="FFFFFF"/>
              </a:highlight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092" y="3929051"/>
                <a:ext cx="1604927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sz="348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92" y="3929051"/>
                <a:ext cx="1604927" cy="627864"/>
              </a:xfrm>
              <a:prstGeom prst="rect">
                <a:avLst/>
              </a:prstGeom>
              <a:blipFill>
                <a:blip r:embed="rId9"/>
                <a:stretch>
                  <a:fillRect t="-1961" r="-4724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892" y="4580769"/>
                <a:ext cx="1322444" cy="5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92" y="4580769"/>
                <a:ext cx="1322444" cy="581863"/>
              </a:xfrm>
              <a:prstGeom prst="rect">
                <a:avLst/>
              </a:prstGeom>
              <a:blipFill>
                <a:blip r:embed="rId10"/>
                <a:stretch>
                  <a:fillRect l="-3810" r="-7619" b="-297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7262" y="3743484"/>
                <a:ext cx="1313530" cy="5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62" y="3743484"/>
                <a:ext cx="1313530" cy="581863"/>
              </a:xfrm>
              <a:prstGeom prst="rect">
                <a:avLst/>
              </a:prstGeom>
              <a:blipFill>
                <a:blip r:embed="rId11"/>
                <a:stretch>
                  <a:fillRect l="-2885" r="-7692" b="-319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6863" y="4451487"/>
                <a:ext cx="1323929" cy="581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863" y="4451487"/>
                <a:ext cx="1323929" cy="581863"/>
              </a:xfrm>
              <a:prstGeom prst="rect">
                <a:avLst/>
              </a:prstGeom>
              <a:blipFill>
                <a:blip r:embed="rId12"/>
                <a:stretch>
                  <a:fillRect l="-2857" r="-7619" b="-297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下矢印 59">
            <a:extLst>
              <a:ext uri="{FF2B5EF4-FFF2-40B4-BE49-F238E27FC236}">
                <a16:creationId xmlns:a16="http://schemas.microsoft.com/office/drawing/2014/main" id="{486F2C67-120E-0091-AEDC-29A7B6F4414A}"/>
              </a:ext>
            </a:extLst>
          </p:cNvPr>
          <p:cNvSpPr/>
          <p:nvPr/>
        </p:nvSpPr>
        <p:spPr>
          <a:xfrm>
            <a:off x="838719" y="5950221"/>
            <a:ext cx="1851499" cy="4316722"/>
          </a:xfrm>
          <a:prstGeom prst="downArrow">
            <a:avLst/>
          </a:prstGeom>
          <a:solidFill>
            <a:schemeClr val="bg1"/>
          </a:solidFill>
          <a:ln w="28575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851499"/>
                      <a:gd name="csY0" fmla="*/ 2009956 h 2935705"/>
                      <a:gd name="csX1" fmla="*/ 462875 w 1851499"/>
                      <a:gd name="csY1" fmla="*/ 2009956 h 2935705"/>
                      <a:gd name="csX2" fmla="*/ 462875 w 1851499"/>
                      <a:gd name="csY2" fmla="*/ 1400269 h 2935705"/>
                      <a:gd name="csX3" fmla="*/ 462875 w 1851499"/>
                      <a:gd name="csY3" fmla="*/ 690085 h 2935705"/>
                      <a:gd name="csX4" fmla="*/ 462875 w 1851499"/>
                      <a:gd name="csY4" fmla="*/ 0 h 2935705"/>
                      <a:gd name="csX5" fmla="*/ 907235 w 1851499"/>
                      <a:gd name="csY5" fmla="*/ 0 h 2935705"/>
                      <a:gd name="csX6" fmla="*/ 1388624 w 1851499"/>
                      <a:gd name="csY6" fmla="*/ 0 h 2935705"/>
                      <a:gd name="csX7" fmla="*/ 1388624 w 1851499"/>
                      <a:gd name="csY7" fmla="*/ 609687 h 2935705"/>
                      <a:gd name="csX8" fmla="*/ 1388624 w 1851499"/>
                      <a:gd name="csY8" fmla="*/ 1319871 h 2935705"/>
                      <a:gd name="csX9" fmla="*/ 1388624 w 1851499"/>
                      <a:gd name="csY9" fmla="*/ 2009956 h 2935705"/>
                      <a:gd name="csX10" fmla="*/ 1851499 w 1851499"/>
                      <a:gd name="csY10" fmla="*/ 2009956 h 2935705"/>
                      <a:gd name="csX11" fmla="*/ 1379367 w 1851499"/>
                      <a:gd name="csY11" fmla="*/ 2482088 h 2935705"/>
                      <a:gd name="csX12" fmla="*/ 925750 w 1851499"/>
                      <a:gd name="csY12" fmla="*/ 2935705 h 2935705"/>
                      <a:gd name="csX13" fmla="*/ 481390 w 1851499"/>
                      <a:gd name="csY13" fmla="*/ 2491345 h 2935705"/>
                      <a:gd name="csX14" fmla="*/ 0 w 1851499"/>
                      <a:gd name="csY14" fmla="*/ 2009956 h 29357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851499" h="2935705" fill="none" extrusionOk="0">
                        <a:moveTo>
                          <a:pt x="0" y="2009956"/>
                        </a:moveTo>
                        <a:cubicBezTo>
                          <a:pt x="120222" y="2009769"/>
                          <a:pt x="341034" y="2006819"/>
                          <a:pt x="462875" y="2009956"/>
                        </a:cubicBezTo>
                        <a:cubicBezTo>
                          <a:pt x="475536" y="1844598"/>
                          <a:pt x="479785" y="1563324"/>
                          <a:pt x="462875" y="1400269"/>
                        </a:cubicBezTo>
                        <a:cubicBezTo>
                          <a:pt x="445965" y="1237214"/>
                          <a:pt x="467495" y="1010035"/>
                          <a:pt x="462875" y="690085"/>
                        </a:cubicBezTo>
                        <a:cubicBezTo>
                          <a:pt x="458255" y="370135"/>
                          <a:pt x="472578" y="155301"/>
                          <a:pt x="462875" y="0"/>
                        </a:cubicBezTo>
                        <a:cubicBezTo>
                          <a:pt x="599519" y="-18069"/>
                          <a:pt x="736871" y="21322"/>
                          <a:pt x="907235" y="0"/>
                        </a:cubicBezTo>
                        <a:cubicBezTo>
                          <a:pt x="1077599" y="-21322"/>
                          <a:pt x="1155665" y="19966"/>
                          <a:pt x="1388624" y="0"/>
                        </a:cubicBezTo>
                        <a:cubicBezTo>
                          <a:pt x="1413210" y="226452"/>
                          <a:pt x="1414733" y="353893"/>
                          <a:pt x="1388624" y="609687"/>
                        </a:cubicBezTo>
                        <a:cubicBezTo>
                          <a:pt x="1362515" y="865481"/>
                          <a:pt x="1390657" y="1126773"/>
                          <a:pt x="1388624" y="1319871"/>
                        </a:cubicBezTo>
                        <a:cubicBezTo>
                          <a:pt x="1386591" y="1512969"/>
                          <a:pt x="1386915" y="1854347"/>
                          <a:pt x="1388624" y="2009956"/>
                        </a:cubicBezTo>
                        <a:cubicBezTo>
                          <a:pt x="1570324" y="1995515"/>
                          <a:pt x="1662747" y="2011805"/>
                          <a:pt x="1851499" y="2009956"/>
                        </a:cubicBezTo>
                        <a:cubicBezTo>
                          <a:pt x="1624353" y="2191032"/>
                          <a:pt x="1583037" y="2273392"/>
                          <a:pt x="1379367" y="2482088"/>
                        </a:cubicBezTo>
                        <a:cubicBezTo>
                          <a:pt x="1175697" y="2690784"/>
                          <a:pt x="1130305" y="2705017"/>
                          <a:pt x="925750" y="2935705"/>
                        </a:cubicBezTo>
                        <a:cubicBezTo>
                          <a:pt x="725658" y="2721677"/>
                          <a:pt x="690934" y="2694940"/>
                          <a:pt x="481390" y="2491345"/>
                        </a:cubicBezTo>
                        <a:cubicBezTo>
                          <a:pt x="271846" y="2287751"/>
                          <a:pt x="205221" y="2188228"/>
                          <a:pt x="0" y="2009956"/>
                        </a:cubicBezTo>
                        <a:close/>
                      </a:path>
                      <a:path w="1851499" h="2935705" stroke="0" extrusionOk="0">
                        <a:moveTo>
                          <a:pt x="0" y="2009956"/>
                        </a:moveTo>
                        <a:cubicBezTo>
                          <a:pt x="152673" y="2016662"/>
                          <a:pt x="262221" y="2006007"/>
                          <a:pt x="462875" y="2009956"/>
                        </a:cubicBezTo>
                        <a:cubicBezTo>
                          <a:pt x="485323" y="1715818"/>
                          <a:pt x="467608" y="1673325"/>
                          <a:pt x="462875" y="1400269"/>
                        </a:cubicBezTo>
                        <a:cubicBezTo>
                          <a:pt x="458142" y="1127213"/>
                          <a:pt x="473411" y="882367"/>
                          <a:pt x="462875" y="690085"/>
                        </a:cubicBezTo>
                        <a:cubicBezTo>
                          <a:pt x="452339" y="497803"/>
                          <a:pt x="480091" y="335956"/>
                          <a:pt x="462875" y="0"/>
                        </a:cubicBezTo>
                        <a:cubicBezTo>
                          <a:pt x="572380" y="-19618"/>
                          <a:pt x="774606" y="6241"/>
                          <a:pt x="907235" y="0"/>
                        </a:cubicBezTo>
                        <a:cubicBezTo>
                          <a:pt x="1039864" y="-6241"/>
                          <a:pt x="1246579" y="-4294"/>
                          <a:pt x="1388624" y="0"/>
                        </a:cubicBezTo>
                        <a:cubicBezTo>
                          <a:pt x="1361956" y="183639"/>
                          <a:pt x="1358160" y="482436"/>
                          <a:pt x="1388624" y="629786"/>
                        </a:cubicBezTo>
                        <a:cubicBezTo>
                          <a:pt x="1419088" y="777136"/>
                          <a:pt x="1365825" y="1001986"/>
                          <a:pt x="1388624" y="1299772"/>
                        </a:cubicBezTo>
                        <a:cubicBezTo>
                          <a:pt x="1411423" y="1597558"/>
                          <a:pt x="1419187" y="1843232"/>
                          <a:pt x="1388624" y="2009956"/>
                        </a:cubicBezTo>
                        <a:cubicBezTo>
                          <a:pt x="1497145" y="2024879"/>
                          <a:pt x="1637648" y="2032374"/>
                          <a:pt x="1851499" y="2009956"/>
                        </a:cubicBezTo>
                        <a:cubicBezTo>
                          <a:pt x="1643289" y="2182052"/>
                          <a:pt x="1527627" y="2322926"/>
                          <a:pt x="1416397" y="2445058"/>
                        </a:cubicBezTo>
                        <a:cubicBezTo>
                          <a:pt x="1305167" y="2567190"/>
                          <a:pt x="1076781" y="2766308"/>
                          <a:pt x="925750" y="2935705"/>
                        </a:cubicBezTo>
                        <a:cubicBezTo>
                          <a:pt x="748920" y="2771058"/>
                          <a:pt x="649008" y="2668428"/>
                          <a:pt x="481390" y="2491345"/>
                        </a:cubicBezTo>
                        <a:cubicBezTo>
                          <a:pt x="313772" y="2314262"/>
                          <a:pt x="151324" y="2203052"/>
                          <a:pt x="0" y="20099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0B77A3DA-6807-C57E-8839-F92F1444EFFC}"/>
              </a:ext>
            </a:extLst>
          </p:cNvPr>
          <p:cNvGrpSpPr/>
          <p:nvPr/>
        </p:nvGrpSpPr>
        <p:grpSpPr>
          <a:xfrm>
            <a:off x="1728000" y="6029507"/>
            <a:ext cx="7908900" cy="523220"/>
            <a:chOff x="2526826" y="6029507"/>
            <a:chExt cx="7908900" cy="523220"/>
          </a:xfrm>
        </p:grpSpPr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4F57541-6E31-81C4-9C24-6A598754A7D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6291117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/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correction to each data.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894" t="-11905" r="-947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/>
              <p:nvPr/>
            </p:nvSpPr>
            <p:spPr>
              <a:xfrm>
                <a:off x="943157" y="10398081"/>
                <a:ext cx="8088881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/>
                  <a:t>Slice the (</a:t>
                </a:r>
                <a14:m>
                  <m:oMath xmlns:m="http://schemas.openxmlformats.org/officeDocument/2006/math"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en-US" altLang="ja-JP" sz="3200" dirty="0">
                    <a:latin typeface="Helvetica" pitchFamily="2" charset="0"/>
                  </a:rPr>
                  <a:t>) data on an arbitrary plane.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57" y="10398081"/>
                <a:ext cx="8088881" cy="584775"/>
              </a:xfrm>
              <a:prstGeom prst="rect">
                <a:avLst/>
              </a:prstGeom>
              <a:blipFill>
                <a:blip r:embed="rId14"/>
                <a:stretch>
                  <a:fillRect l="-1721" t="-12500" r="-939" b="-312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8F3BA155-0D68-8A71-A7A7-3EA7A3E1BE74}"/>
              </a:ext>
            </a:extLst>
          </p:cNvPr>
          <p:cNvGrpSpPr/>
          <p:nvPr/>
        </p:nvGrpSpPr>
        <p:grpSpPr>
          <a:xfrm>
            <a:off x="1728000" y="6908244"/>
            <a:ext cx="7218006" cy="954107"/>
            <a:chOff x="2526826" y="6846688"/>
            <a:chExt cx="7218006" cy="954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/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Convert detector coodinates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and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sample orientation</a:t>
                  </a:r>
                  <a:r>
                    <a:rPr kumimoji="1" lang="en-US" altLang="ja-JP" sz="28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blipFill>
                  <a:blip r:embed="rId15"/>
                  <a:stretch>
                    <a:fillRect l="-2110" t="-5195" r="-1055" b="-168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557CF4B-3A0D-472F-A00B-D4F7717D9E7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7323741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993715DC-F6F8-5265-B417-8271D18EB0BB}"/>
              </a:ext>
            </a:extLst>
          </p:cNvPr>
          <p:cNvGrpSpPr/>
          <p:nvPr/>
        </p:nvGrpSpPr>
        <p:grpSpPr>
          <a:xfrm>
            <a:off x="1728000" y="8217867"/>
            <a:ext cx="6892147" cy="954107"/>
            <a:chOff x="2526826" y="8217867"/>
            <a:chExt cx="6892147" cy="954107"/>
          </a:xfrm>
        </p:grpSpPr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22E1ED-1478-4EA4-15C5-655807AB091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869492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/>
                <p:nvPr/>
              </p:nvSpPr>
              <p:spPr>
                <a:xfrm>
                  <a:off x="3737546" y="8217867"/>
                  <a:ext cx="5681427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b="0" i="1" baseline="-2500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using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the UB matrix.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8217867"/>
                  <a:ext cx="5681427" cy="954107"/>
                </a:xfrm>
                <a:prstGeom prst="rect">
                  <a:avLst/>
                </a:prstGeom>
                <a:blipFill>
                  <a:blip r:embed="rId16"/>
                  <a:stretch>
                    <a:fillRect l="-2232" t="-7895" r="-1339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303473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400" i="1" smtClean="0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 smtClean="0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="0" i="0" baseline="-25000" smtClean="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FF0B0B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473" y="1759625"/>
                <a:ext cx="1558238" cy="1558238"/>
              </a:xfrm>
              <a:prstGeom prst="rect">
                <a:avLst/>
              </a:prstGeom>
              <a:blipFill>
                <a:blip r:embed="rId17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8976" y="1136186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76" y="1136186"/>
                <a:ext cx="1238481" cy="615553"/>
              </a:xfrm>
              <a:prstGeom prst="rect">
                <a:avLst/>
              </a:prstGeom>
              <a:blipFill>
                <a:blip r:embed="rId18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54908" y="1720152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400" i="1" smtClean="0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 smtClean="0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8" y="1720152"/>
                <a:ext cx="1558238" cy="1558238"/>
              </a:xfrm>
              <a:prstGeom prst="rect">
                <a:avLst/>
              </a:prstGeom>
              <a:blipFill>
                <a:blip r:embed="rId19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3311" y="1112508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311" y="1112508"/>
                <a:ext cx="1238481" cy="615553"/>
              </a:xfrm>
              <a:prstGeom prst="rect">
                <a:avLst/>
              </a:prstGeom>
              <a:blipFill>
                <a:blip r:embed="rId20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100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3070-D453-57A5-E902-43AA1557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EC9E0EDC-A4A8-31A4-7E2D-4102FD84D021}"/>
              </a:ext>
            </a:extLst>
          </p:cNvPr>
          <p:cNvGrpSpPr/>
          <p:nvPr/>
        </p:nvGrpSpPr>
        <p:grpSpPr>
          <a:xfrm>
            <a:off x="338294" y="498066"/>
            <a:ext cx="10396915" cy="8977006"/>
            <a:chOff x="338294" y="498066"/>
            <a:chExt cx="10396915" cy="897700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6B2D2FB-6130-8FC2-C99D-F7930C64A015}"/>
                </a:ext>
              </a:extLst>
            </p:cNvPr>
            <p:cNvSpPr>
              <a:spLocks/>
            </p:cNvSpPr>
            <p:nvPr/>
          </p:nvSpPr>
          <p:spPr>
            <a:xfrm>
              <a:off x="338294" y="5984712"/>
              <a:ext cx="10396915" cy="3490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790218-E06C-C66A-BCCC-CAE81FEE85DA}"/>
                </a:ext>
              </a:extLst>
            </p:cNvPr>
            <p:cNvSpPr>
              <a:spLocks/>
            </p:cNvSpPr>
            <p:nvPr/>
          </p:nvSpPr>
          <p:spPr>
            <a:xfrm>
              <a:off x="338294" y="838519"/>
              <a:ext cx="10396915" cy="43637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blipFill>
                  <a:blip r:embed="rId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28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35C19FE-345F-137B-DA82-68E62237C348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2035881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4894" t="-14865" r="-31915" b="-40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F546923-15D3-DC83-7D6E-04EBBB40AC21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498066"/>
              <a:ext cx="17796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Set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348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blipFill>
                  <a:blip r:embed="rId9"/>
                  <a:stretch>
                    <a:fillRect t="-1961" r="-3390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blipFill>
                  <a:blip r:embed="rId10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/>
                <p:nvPr/>
              </p:nvSpPr>
              <p:spPr>
                <a:xfrm>
                  <a:off x="510332" y="6366739"/>
                  <a:ext cx="10078649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3400" b="0" i="1" baseline="-2500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3400" b="0" i="1" baseline="-2500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correction to each data.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Convert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400" i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3400" i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3400" i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3400" i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340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a:rPr kumimoji="1" lang="en-US" altLang="ja-JP" sz="340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using the UB matrix.</a:t>
                  </a:r>
                  <a:endParaRPr kumimoji="1" lang="ja-JP" altLang="en-US" sz="340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32" y="6366739"/>
                  <a:ext cx="10078649" cy="1815882"/>
                </a:xfrm>
                <a:prstGeom prst="rect">
                  <a:avLst/>
                </a:prstGeom>
                <a:blipFill>
                  <a:blip r:embed="rId11"/>
                  <a:stretch>
                    <a:fillRect l="-1259" t="-4167" r="-2897" b="-1041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/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b="1" dirty="0"/>
                    <a:t>Slice the (</a:t>
                  </a:r>
                  <a14:m>
                    <m:oMath xmlns:m="http://schemas.openxmlformats.org/officeDocument/2006/math">
                      <m:r>
                        <a:rPr kumimoji="1" lang="en-US" altLang="ja-JP" sz="3200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kumimoji="1" lang="en-US" altLang="ja-JP" sz="3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kumimoji="1" lang="en-US" altLang="ja-JP" sz="3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 smtClean="0">
                          <a:latin typeface="Cambria Math" panose="02040503050406030204" pitchFamily="18" charset="0"/>
                        </a:rPr>
                        <m:t>𝑳</m:t>
                      </m:r>
                    </m:oMath>
                  </a14:m>
                  <a:r>
                    <a:rPr kumimoji="1" lang="en-US" altLang="ja-JP" sz="3200" b="1" dirty="0">
                      <a:latin typeface="Helvetica" pitchFamily="2" charset="0"/>
                    </a:rPr>
                    <a:t>) data on an arbitrary plane.</a:t>
                  </a:r>
                  <a:endParaRPr kumimoji="1" lang="ja-JP" altLang="en-US" sz="320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blipFill>
                  <a:blip r:embed="rId12"/>
                  <a:stretch>
                    <a:fillRect l="-1775" t="-10417" r="-740" b="-3333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blipFill>
                  <a:blip r:embed="rId1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blipFill>
                  <a:blip r:embed="rId14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26C8A292-C5BC-3F6D-202A-1E54A07FF6BE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5700951"/>
              <a:ext cx="2669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Analysis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p:sp>
          <p:nvSpPr>
            <p:cNvPr id="15" name="下矢印 14">
              <a:extLst>
                <a:ext uri="{FF2B5EF4-FFF2-40B4-BE49-F238E27FC236}">
                  <a16:creationId xmlns:a16="http://schemas.microsoft.com/office/drawing/2014/main" id="{2AE56FB8-02B2-A81F-BA58-A9B935B8CE48}"/>
                </a:ext>
              </a:extLst>
            </p:cNvPr>
            <p:cNvSpPr/>
            <p:nvPr/>
          </p:nvSpPr>
          <p:spPr>
            <a:xfrm>
              <a:off x="4610712" y="8230543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下矢印 15">
              <a:extLst>
                <a:ext uri="{FF2B5EF4-FFF2-40B4-BE49-F238E27FC236}">
                  <a16:creationId xmlns:a16="http://schemas.microsoft.com/office/drawing/2014/main" id="{B885730B-A77A-A7A7-AF79-CB27FF145BAE}"/>
                </a:ext>
              </a:extLst>
            </p:cNvPr>
            <p:cNvSpPr/>
            <p:nvPr/>
          </p:nvSpPr>
          <p:spPr>
            <a:xfrm>
              <a:off x="4610711" y="5385632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340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blipFill>
                  <a:blip r:embed="rId15"/>
                  <a:stretch>
                    <a:fillRect l="-3200" r="-64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sz="348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blipFill>
                  <a:blip r:embed="rId16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blipFill>
                  <a:blip r:embed="rId17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sz="348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blipFill>
                  <a:blip r:embed="rId18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blipFill>
                  <a:blip r:embed="rId19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ja-JP" sz="348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blipFill>
                  <a:blip r:embed="rId20"/>
                  <a:stretch>
                    <a:fillRect t="-1961" r="-4132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348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b="0" i="1" baseline="-2500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b="0" i="1" baseline="-2500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blipFill>
                  <a:blip r:embed="rId21"/>
                  <a:stretch>
                    <a:fillRect b="-1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03267" y="1033812"/>
                  <a:ext cx="1273746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b="0" i="1" baseline="-2500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𝑡𝑚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267" y="1033812"/>
                  <a:ext cx="1273746" cy="573427"/>
                </a:xfrm>
                <a:prstGeom prst="rect">
                  <a:avLst/>
                </a:prstGeom>
                <a:blipFill>
                  <a:blip r:embed="rId22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922E613-B856-E3FC-C0E4-A6A2D4D1B60D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3889564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3871975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67F7BEF-633B-FB56-A9B3-4FA0D6A6B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7" y="959643"/>
            <a:ext cx="11490948" cy="789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35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E7EE906-A19A-702A-E72B-5F74C22328DC}"/>
              </a:ext>
            </a:extLst>
          </p:cNvPr>
          <p:cNvGrpSpPr/>
          <p:nvPr/>
        </p:nvGrpSpPr>
        <p:grpSpPr>
          <a:xfrm>
            <a:off x="797174" y="2709391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C2E901E-1AB2-07D4-AE00-74DC1D40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30561D50-8796-F765-708D-908FF22B61AF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83D7528-16C4-71A2-F491-B4432753D0D1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EC78F74-32E0-094F-CE6A-DCABE2E8215B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076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6101-227D-13D6-63F8-620EAE33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147F85-8D4F-0482-3E93-A47C19860BFB}"/>
              </a:ext>
            </a:extLst>
          </p:cNvPr>
          <p:cNvGrpSpPr/>
          <p:nvPr/>
        </p:nvGrpSpPr>
        <p:grpSpPr>
          <a:xfrm>
            <a:off x="-2496912" y="2649133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E5220B-8078-6544-14F1-247DD69D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BF8A248-26E9-44B3-891C-23AF1DA44DD6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FC679D-E789-F720-600E-A26676809E49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ED3B461-1DBC-DF0D-72A1-6C8C99ED776C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1F101ACE-BC43-19E7-24AD-64AA1C049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73" y="2756238"/>
            <a:ext cx="8119719" cy="59394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FC43C-E014-5EF1-F469-21EE041CE442}"/>
              </a:ext>
            </a:extLst>
          </p:cNvPr>
          <p:cNvSpPr txBox="1"/>
          <p:nvPr/>
        </p:nvSpPr>
        <p:spPr>
          <a:xfrm>
            <a:off x="10096998" y="6518061"/>
            <a:ext cx="305404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transmission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69061B-2E7C-D4B4-8126-82F72348275F}"/>
              </a:ext>
            </a:extLst>
          </p:cNvPr>
          <p:cNvSpPr txBox="1"/>
          <p:nvPr/>
        </p:nvSpPr>
        <p:spPr>
          <a:xfrm>
            <a:off x="10096998" y="5129899"/>
            <a:ext cx="236956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DEF68D-3E2D-B807-5182-F07813BC1D58}"/>
              </a:ext>
            </a:extLst>
          </p:cNvPr>
          <p:cNvSpPr txBox="1"/>
          <p:nvPr/>
        </p:nvSpPr>
        <p:spPr>
          <a:xfrm>
            <a:off x="10096998" y="3174216"/>
            <a:ext cx="296267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16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E83D55C-F3BE-8DFC-C0A4-04D5227DACD1}"/>
              </a:ext>
            </a:extLst>
          </p:cNvPr>
          <p:cNvGrpSpPr/>
          <p:nvPr/>
        </p:nvGrpSpPr>
        <p:grpSpPr>
          <a:xfrm>
            <a:off x="1986450" y="1298557"/>
            <a:ext cx="6946900" cy="5118100"/>
            <a:chOff x="1986450" y="1298557"/>
            <a:chExt cx="6946900" cy="5118100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4339DE4-D863-92D7-3D10-FE8BB0107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450" y="1298557"/>
              <a:ext cx="6946900" cy="511810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BD0197C-1DA7-90BE-7257-C14D77701FF9}"/>
                </a:ext>
              </a:extLst>
            </p:cNvPr>
            <p:cNvSpPr txBox="1"/>
            <p:nvPr/>
          </p:nvSpPr>
          <p:spPr>
            <a:xfrm>
              <a:off x="5786368" y="477694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F472883-6A09-6EC5-ABFA-D8FED87031E0}"/>
                </a:ext>
              </a:extLst>
            </p:cNvPr>
            <p:cNvSpPr txBox="1"/>
            <p:nvPr/>
          </p:nvSpPr>
          <p:spPr>
            <a:xfrm>
              <a:off x="5786368" y="3752036"/>
              <a:ext cx="1854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CD6E7CD-DD4E-A424-85DC-64DD8D1350EF}"/>
                </a:ext>
              </a:extLst>
            </p:cNvPr>
            <p:cNvSpPr txBox="1"/>
            <p:nvPr/>
          </p:nvSpPr>
          <p:spPr>
            <a:xfrm>
              <a:off x="5786368" y="2297394"/>
              <a:ext cx="2310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600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274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B42F9DA-7E83-C565-0E9B-221B100D9A28}"/>
              </a:ext>
            </a:extLst>
          </p:cNvPr>
          <p:cNvGrpSpPr/>
          <p:nvPr/>
        </p:nvGrpSpPr>
        <p:grpSpPr>
          <a:xfrm>
            <a:off x="-873644" y="3717156"/>
            <a:ext cx="15485372" cy="5650493"/>
            <a:chOff x="326440" y="1755252"/>
            <a:chExt cx="10681272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847F88E-48F3-4375-D3AB-34612564B1CE}"/>
                </a:ext>
              </a:extLst>
            </p:cNvPr>
            <p:cNvSpPr/>
            <p:nvPr/>
          </p:nvSpPr>
          <p:spPr>
            <a:xfrm>
              <a:off x="108355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907FF93-F01D-C575-493E-D779EB28A2B8}"/>
                </a:ext>
              </a:extLst>
            </p:cNvPr>
            <p:cNvCxnSpPr>
              <a:cxnSpLocks/>
            </p:cNvCxnSpPr>
            <p:nvPr/>
          </p:nvCxnSpPr>
          <p:spPr>
            <a:xfrm>
              <a:off x="1452414" y="3775402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0BE3B94-423D-B9A2-BA70-DC69DF7FC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2413" y="2615101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813715D-C0C3-B8D7-C5A7-BB542B4ACBCB}"/>
                </a:ext>
              </a:extLst>
            </p:cNvPr>
            <p:cNvSpPr txBox="1"/>
            <p:nvPr/>
          </p:nvSpPr>
          <p:spPr>
            <a:xfrm>
              <a:off x="761465" y="4755414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/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25C73F2-78FA-E00D-2967-47863B831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29011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9AD8DAD-E689-1824-04DF-2E3DB439AEF6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89354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EAC64A1-2B10-35F6-AD2E-088E03E59141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349696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754B160-000D-B641-8470-891A833F96A0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4100382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0ABD1B1-D301-42E1-B8C9-CE7531BB9EA4}"/>
                </a:ext>
              </a:extLst>
            </p:cNvPr>
            <p:cNvSpPr txBox="1"/>
            <p:nvPr/>
          </p:nvSpPr>
          <p:spPr>
            <a:xfrm>
              <a:off x="2928440" y="4757949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AD7DE5A-0F1E-6703-1443-CA634B5441EC}"/>
                </a:ext>
              </a:extLst>
            </p:cNvPr>
            <p:cNvSpPr txBox="1"/>
            <p:nvPr/>
          </p:nvSpPr>
          <p:spPr>
            <a:xfrm>
              <a:off x="6509062" y="4757949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/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blipFill>
                  <a:blip r:embed="rId4"/>
                  <a:stretch>
                    <a:fillRect l="-15663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/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blipFill>
                  <a:blip r:embed="rId5"/>
                  <a:stretch>
                    <a:fillRect l="-5960" r="-5960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279F0C65-68C0-6F2F-D0EA-17CFACB3DEE7}"/>
                </a:ext>
              </a:extLst>
            </p:cNvPr>
            <p:cNvGrpSpPr/>
            <p:nvPr/>
          </p:nvGrpSpPr>
          <p:grpSpPr>
            <a:xfrm>
              <a:off x="3184210" y="1755252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236A4B6E-D3C4-D0A5-3260-86476C58B0A3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0CB76F-2038-A1E0-6145-F59EA5E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3E0BC761-3B87-EB11-2F70-1C2A3BB1E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3849CAD9-A6D9-5A77-71EE-6140488075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826BFAD-4947-E5CC-96B0-9AF60B420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/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/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/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/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/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10714" r="-119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1A8E31FE-63B4-C05E-30C8-AEE8F52CBC8E}"/>
                </a:ext>
              </a:extLst>
            </p:cNvPr>
            <p:cNvSpPr/>
            <p:nvPr/>
          </p:nvSpPr>
          <p:spPr>
            <a:xfrm>
              <a:off x="4728846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55CD3C87-E144-F978-4249-9E60AB967415}"/>
                </a:ext>
              </a:extLst>
            </p:cNvPr>
            <p:cNvSpPr/>
            <p:nvPr/>
          </p:nvSpPr>
          <p:spPr>
            <a:xfrm>
              <a:off x="682949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/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10714" r="-119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/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5960" r="-5298"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/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5960" r="-5298" b="-1463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9DCA230-107B-7879-CC0D-2A1A9A9F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440" y="2615101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/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/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blipFill>
                  <a:blip r:embed="rId15"/>
                  <a:stretch>
                    <a:fillRect l="-971" r="-2913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/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blipFill>
                  <a:blip r:embed="rId16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/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blipFill>
                  <a:blip r:embed="rId17"/>
                  <a:stretch>
                    <a:fillRect l="-687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/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blipFill>
                  <a:blip r:embed="rId18"/>
                  <a:stretch>
                    <a:fillRect l="-543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85A2AFEA-4D04-A4A4-5788-C3F460028147}"/>
                </a:ext>
              </a:extLst>
            </p:cNvPr>
            <p:cNvSpPr/>
            <p:nvPr/>
          </p:nvSpPr>
          <p:spPr>
            <a:xfrm>
              <a:off x="10026866" y="1771646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/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30769" r="-51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A3AD0EC-9DA0-88E5-DFE5-C01365382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414" y="3775402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/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blipFill>
                  <a:blip r:embed="rId20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650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4D08-6ECF-3675-E7B6-EF915792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854FB0-D83F-87A3-EED0-9E91C12622D1}"/>
              </a:ext>
            </a:extLst>
          </p:cNvPr>
          <p:cNvGrpSpPr/>
          <p:nvPr/>
        </p:nvGrpSpPr>
        <p:grpSpPr>
          <a:xfrm>
            <a:off x="-862372" y="3717156"/>
            <a:ext cx="15263937" cy="5650493"/>
            <a:chOff x="1277194" y="1769540"/>
            <a:chExt cx="10528534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9427171-152C-4C98-9D98-A577869EFF1C}"/>
                </a:ext>
              </a:extLst>
            </p:cNvPr>
            <p:cNvSpPr/>
            <p:nvPr/>
          </p:nvSpPr>
          <p:spPr>
            <a:xfrm>
              <a:off x="202653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2128AA5-E3FB-14B6-A1E9-BEE9E523A4EF}"/>
                </a:ext>
              </a:extLst>
            </p:cNvPr>
            <p:cNvCxnSpPr>
              <a:cxnSpLocks/>
            </p:cNvCxnSpPr>
            <p:nvPr/>
          </p:nvCxnSpPr>
          <p:spPr>
            <a:xfrm>
              <a:off x="2395393" y="3789690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AA11003D-7B27-0D37-2D3A-672BF69AA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92" y="2629389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B9836FB-F6D8-7FE3-75C4-4F50D8C149AD}"/>
                </a:ext>
              </a:extLst>
            </p:cNvPr>
            <p:cNvSpPr txBox="1"/>
            <p:nvPr/>
          </p:nvSpPr>
          <p:spPr>
            <a:xfrm>
              <a:off x="1704442" y="4769702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/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DCC75E9-EC38-07F0-5573-67EF685D596C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304407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3EDB027E-8FAF-E824-A9AA-B2775713BC27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907828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0D49C663-18E6-B0DB-836B-A79CEB92D48D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351124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B68E40F-C7E0-6362-8DF5-6DA5EAF37EA0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411467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5377292-3F37-4AAC-239F-67695EFD326C}"/>
                </a:ext>
              </a:extLst>
            </p:cNvPr>
            <p:cNvSpPr txBox="1"/>
            <p:nvPr/>
          </p:nvSpPr>
          <p:spPr>
            <a:xfrm>
              <a:off x="3871420" y="4772237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9725CF-4954-74AE-B8ED-3D71DF54DBF9}"/>
                </a:ext>
              </a:extLst>
            </p:cNvPr>
            <p:cNvSpPr txBox="1"/>
            <p:nvPr/>
          </p:nvSpPr>
          <p:spPr>
            <a:xfrm>
              <a:off x="7452039" y="4772237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/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blipFill>
                  <a:blip r:embed="rId4"/>
                  <a:stretch>
                    <a:fillRect l="-4819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/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FCC78BBE-8B9B-38EB-90CA-CD3D78E42C09}"/>
                </a:ext>
              </a:extLst>
            </p:cNvPr>
            <p:cNvGrpSpPr/>
            <p:nvPr/>
          </p:nvGrpSpPr>
          <p:grpSpPr>
            <a:xfrm>
              <a:off x="4127189" y="1769540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2E710C7-5433-4BE5-BFA0-3B92A4685772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335D88-83D4-B639-C0BC-2D8ED2FE60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1079BFF9-9D11-A08F-8818-8929691B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2EA88450-3217-199F-56B1-A46D780EC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9B7E1BD-16B4-8B9A-2E9D-CBA613423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/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/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/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/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/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E99601E-76B2-2C2F-BD39-B3D94E75EF7F}"/>
                </a:ext>
              </a:extLst>
            </p:cNvPr>
            <p:cNvSpPr/>
            <p:nvPr/>
          </p:nvSpPr>
          <p:spPr>
            <a:xfrm>
              <a:off x="5671825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180EFFA-E442-1145-6A66-93E814151EF6}"/>
                </a:ext>
              </a:extLst>
            </p:cNvPr>
            <p:cNvSpPr/>
            <p:nvPr/>
          </p:nvSpPr>
          <p:spPr>
            <a:xfrm>
              <a:off x="777247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/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1F22C2BE-0FDF-9F54-A90E-137D1F1543D1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2026537" y="2639139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/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blipFill>
                  <a:blip r:embed="rId12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/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blipFill>
                  <a:blip r:embed="rId13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/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blipFill>
                  <a:blip r:embed="rId14"/>
                  <a:stretch>
                    <a:fillRect l="-687" b="-444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/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blipFill>
                  <a:blip r:embed="rId15"/>
                  <a:stretch>
                    <a:fillRect l="-543" b="-15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91F08892-CB5C-04FF-DAB8-C29CC76E2CE4}"/>
                </a:ext>
              </a:extLst>
            </p:cNvPr>
            <p:cNvSpPr/>
            <p:nvPr/>
          </p:nvSpPr>
          <p:spPr>
            <a:xfrm>
              <a:off x="10824882" y="1785934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/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blipFill>
                  <a:blip r:embed="rId16"/>
                  <a:stretch>
                    <a:fillRect l="-30769" r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446B5791-0584-3FD4-831E-8BEB7C294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194" y="3235487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/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blipFill>
                  <a:blip r:embed="rId17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/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1794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60804D3E-1636-598B-1A1F-BD335A9C6F53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12" y="3212225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/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26471" r="-29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2071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2B25-46C2-8440-AE26-28BAA31E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54F04CE-421D-F994-2A2D-0D829FBD28FD}"/>
              </a:ext>
            </a:extLst>
          </p:cNvPr>
          <p:cNvGrpSpPr/>
          <p:nvPr/>
        </p:nvGrpSpPr>
        <p:grpSpPr>
          <a:xfrm>
            <a:off x="368697" y="3297740"/>
            <a:ext cx="11510168" cy="5650493"/>
            <a:chOff x="1277194" y="1769540"/>
            <a:chExt cx="7939305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65D435C-CA69-7FD9-F527-A853395994A3}"/>
                </a:ext>
              </a:extLst>
            </p:cNvPr>
            <p:cNvSpPr/>
            <p:nvPr/>
          </p:nvSpPr>
          <p:spPr>
            <a:xfrm>
              <a:off x="202653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A272B17-0B1C-040B-E09D-CAB7538FCA60}"/>
                </a:ext>
              </a:extLst>
            </p:cNvPr>
            <p:cNvCxnSpPr>
              <a:cxnSpLocks/>
            </p:cNvCxnSpPr>
            <p:nvPr/>
          </p:nvCxnSpPr>
          <p:spPr>
            <a:xfrm>
              <a:off x="2395393" y="3789690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6668515-5FEE-5886-A3D1-875870DEB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92" y="2629389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73A810E-A4B1-1A06-B75D-A7A129BF4CB0}"/>
                </a:ext>
              </a:extLst>
            </p:cNvPr>
            <p:cNvSpPr txBox="1"/>
            <p:nvPr/>
          </p:nvSpPr>
          <p:spPr>
            <a:xfrm>
              <a:off x="1704442" y="4769702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23913F3-3157-A816-EFB8-DE8B8C733E80}"/>
                    </a:ext>
                  </a:extLst>
                </p:cNvPr>
                <p:cNvSpPr txBox="1"/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23913F3-3157-A816-EFB8-DE8B8C733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8FECB02-7E56-0164-5434-BB9E38E24BE9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304407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1FD0654-434C-0B63-C0FF-F07F71564DFE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907828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AC35246-CD63-145D-61DB-958D93FC0A87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351124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D49454C-8644-309B-F365-1BBB2BB6356C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411467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B5640B7-E354-5A53-99BD-4C64B8B79E82}"/>
                </a:ext>
              </a:extLst>
            </p:cNvPr>
            <p:cNvSpPr txBox="1"/>
            <p:nvPr/>
          </p:nvSpPr>
          <p:spPr>
            <a:xfrm>
              <a:off x="3871420" y="4772237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3DD2A0F-4417-E6B0-A131-6213455FB2A5}"/>
                </a:ext>
              </a:extLst>
            </p:cNvPr>
            <p:cNvSpPr txBox="1"/>
            <p:nvPr/>
          </p:nvSpPr>
          <p:spPr>
            <a:xfrm>
              <a:off x="7452039" y="4772237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/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blipFill>
                  <a:blip r:embed="rId4"/>
                  <a:stretch>
                    <a:fillRect l="-4819" b="-46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/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C91BF27-1149-826B-8CC5-56490A74466E}"/>
                </a:ext>
              </a:extLst>
            </p:cNvPr>
            <p:cNvGrpSpPr/>
            <p:nvPr/>
          </p:nvGrpSpPr>
          <p:grpSpPr>
            <a:xfrm>
              <a:off x="4127189" y="1769540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5E32CF3-0FF4-02BB-9662-B16F5A1D81F4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E4A12D7C-EB22-C203-E746-239B7F1D16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A74B3765-F24B-CCDA-EE67-138E0F070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E43C2932-1F96-2004-FF5F-D543EF6F6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E32D5ED1-CD3D-4C4A-BFBF-6D980A10D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/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/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/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/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/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819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856A97D-8D3B-85EB-FE6D-F66A74063BFB}"/>
                </a:ext>
              </a:extLst>
            </p:cNvPr>
            <p:cNvSpPr/>
            <p:nvPr/>
          </p:nvSpPr>
          <p:spPr>
            <a:xfrm>
              <a:off x="5671825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088094D-4FF0-54CF-0D6D-539AED83A46E}"/>
                </a:ext>
              </a:extLst>
            </p:cNvPr>
            <p:cNvSpPr/>
            <p:nvPr/>
          </p:nvSpPr>
          <p:spPr>
            <a:xfrm>
              <a:off x="777247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/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4819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09FB0759-48B3-20E0-E436-A9C7969EA56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2026537" y="2639139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2FD6EAD8-6894-23A9-188E-B0C120C81F48}"/>
                </a:ext>
              </a:extLst>
            </p:cNvPr>
            <p:cNvSpPr/>
            <p:nvPr/>
          </p:nvSpPr>
          <p:spPr>
            <a:xfrm>
              <a:off x="8235646" y="1785934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/>
                <p:nvPr/>
              </p:nvSpPr>
              <p:spPr>
                <a:xfrm>
                  <a:off x="8878521" y="3050821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8521" y="3050821"/>
                  <a:ext cx="337978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27500" r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5160985-535F-3265-412E-0DDE867A3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194" y="3235487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/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blipFill>
                  <a:blip r:embed="rId13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/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blipFill>
                  <a:blip r:embed="rId14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C5BD1C6-F504-19EA-8D1B-947439930770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12" y="3212225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/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blipFill>
                  <a:blip r:embed="rId15"/>
                  <a:stretch>
                    <a:fillRect l="-26471" r="-29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9617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DFA2CEF-DB88-10BD-7605-D7606481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5714" y="1151732"/>
            <a:ext cx="8027658" cy="95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111B3F16-A672-9CFD-125D-8A73C5CC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27" r="4188" b="4274"/>
          <a:stretch>
            <a:fillRect/>
          </a:stretch>
        </p:blipFill>
        <p:spPr>
          <a:xfrm>
            <a:off x="4661237" y="1865551"/>
            <a:ext cx="7302114" cy="854140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ED337C8-AA03-1090-58D9-EE201B31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99" r="5822" b="4615"/>
          <a:stretch>
            <a:fillRect/>
          </a:stretch>
        </p:blipFill>
        <p:spPr>
          <a:xfrm>
            <a:off x="-2465444" y="1865551"/>
            <a:ext cx="7126681" cy="842989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5F0B03-2038-634A-A64D-CB9B97313BD9}"/>
              </a:ext>
            </a:extLst>
          </p:cNvPr>
          <p:cNvSpPr txBox="1"/>
          <p:nvPr/>
        </p:nvSpPr>
        <p:spPr>
          <a:xfrm>
            <a:off x="5612803" y="2035510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#Frame2-3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3BE19B-C8F2-CA5A-0012-9F8C04484A3B}"/>
              </a:ext>
            </a:extLst>
          </p:cNvPr>
          <p:cNvSpPr txBox="1"/>
          <p:nvPr/>
        </p:nvSpPr>
        <p:spPr>
          <a:xfrm>
            <a:off x="5612803" y="5982731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#Frame5-6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DB9BD8D-ED43-2D9D-EE22-8F9D7381DF75}"/>
              </a:ext>
            </a:extLst>
          </p:cNvPr>
          <p:cNvSpPr txBox="1"/>
          <p:nvPr/>
        </p:nvSpPr>
        <p:spPr>
          <a:xfrm>
            <a:off x="-2522604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#1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CD260-5C6D-8D78-2865-DC9DC25E3AF9}"/>
              </a:ext>
            </a:extLst>
          </p:cNvPr>
          <p:cNvSpPr txBox="1"/>
          <p:nvPr/>
        </p:nvSpPr>
        <p:spPr>
          <a:xfrm>
            <a:off x="-1644027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#2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78FF56-7FAA-A116-2D5C-1A6B4E681022}"/>
              </a:ext>
            </a:extLst>
          </p:cNvPr>
          <p:cNvSpPr txBox="1"/>
          <p:nvPr/>
        </p:nvSpPr>
        <p:spPr>
          <a:xfrm>
            <a:off x="-765449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#3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079304-52C0-CFD1-91D9-E8F02E438C09}"/>
              </a:ext>
            </a:extLst>
          </p:cNvPr>
          <p:cNvSpPr txBox="1"/>
          <p:nvPr/>
        </p:nvSpPr>
        <p:spPr>
          <a:xfrm>
            <a:off x="1264859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#4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1D2184-8BA3-36DB-260A-87EE9D99EF7E}"/>
              </a:ext>
            </a:extLst>
          </p:cNvPr>
          <p:cNvSpPr txBox="1"/>
          <p:nvPr/>
        </p:nvSpPr>
        <p:spPr>
          <a:xfrm>
            <a:off x="2143436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#5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7A7D94-DD1C-EA2B-B4CB-BE89C21F0F73}"/>
              </a:ext>
            </a:extLst>
          </p:cNvPr>
          <p:cNvSpPr txBox="1"/>
          <p:nvPr/>
        </p:nvSpPr>
        <p:spPr>
          <a:xfrm>
            <a:off x="3022013" y="4359554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#6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616093-EAD2-D103-7C3C-EF935C686BEC}"/>
              </a:ext>
            </a:extLst>
          </p:cNvPr>
          <p:cNvSpPr txBox="1"/>
          <p:nvPr/>
        </p:nvSpPr>
        <p:spPr>
          <a:xfrm>
            <a:off x="3900590" y="4359552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#7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262902B-4D33-01B2-6A45-D46486E3C0E2}"/>
              </a:ext>
            </a:extLst>
          </p:cNvPr>
          <p:cNvSpPr txBox="1"/>
          <p:nvPr/>
        </p:nvSpPr>
        <p:spPr>
          <a:xfrm>
            <a:off x="-2683505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1Å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7679B6-6056-FD0C-7EAA-7633D0BF55A6}"/>
              </a:ext>
            </a:extLst>
          </p:cNvPr>
          <p:cNvSpPr txBox="1"/>
          <p:nvPr/>
        </p:nvSpPr>
        <p:spPr>
          <a:xfrm>
            <a:off x="-2322303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3Å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5F190A-661E-C45E-3E49-44AFB07DFA89}"/>
              </a:ext>
            </a:extLst>
          </p:cNvPr>
          <p:cNvSpPr txBox="1"/>
          <p:nvPr/>
        </p:nvSpPr>
        <p:spPr>
          <a:xfrm>
            <a:off x="-2522603" y="4004775"/>
            <a:ext cx="93487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Frame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5BF6969-6180-E366-88B1-51123C6B0101}"/>
              </a:ext>
            </a:extLst>
          </p:cNvPr>
          <p:cNvSpPr txBox="1"/>
          <p:nvPr/>
        </p:nvSpPr>
        <p:spPr>
          <a:xfrm>
            <a:off x="-3273634" y="8305580"/>
            <a:ext cx="1656223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Kicker signal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0C1E3EB-3BB3-9B17-B718-07B05D5D9264}"/>
              </a:ext>
            </a:extLst>
          </p:cNvPr>
          <p:cNvSpPr txBox="1"/>
          <p:nvPr/>
        </p:nvSpPr>
        <p:spPr>
          <a:xfrm>
            <a:off x="1810742" y="6920487"/>
            <a:ext cx="2305439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Magnetic field of </a:t>
            </a:r>
            <a:b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</a:br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long pulse magnet</a:t>
            </a:r>
            <a:endParaRPr lang="ja-JP" altLang="en-US" sz="203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E5BA487-13EE-44CE-D73A-6976B2760E79}"/>
              </a:ext>
            </a:extLst>
          </p:cNvPr>
          <p:cNvSpPr txBox="1"/>
          <p:nvPr/>
        </p:nvSpPr>
        <p:spPr>
          <a:xfrm>
            <a:off x="1810741" y="5325490"/>
            <a:ext cx="2254143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Phase transition field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A2C201F-BCEE-DCB4-2C4D-5D87F0B435F7}"/>
              </a:ext>
            </a:extLst>
          </p:cNvPr>
          <p:cNvSpPr txBox="1"/>
          <p:nvPr/>
        </p:nvSpPr>
        <p:spPr>
          <a:xfrm>
            <a:off x="1939814" y="2632881"/>
            <a:ext cx="2364750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 position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from spallation source</a:t>
            </a:r>
            <a:endParaRPr lang="ja-JP" altLang="en-US" sz="1740">
              <a:latin typeface="Helvetica" pitchFamily="2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5E6A69-83F3-5D73-BA9D-0247A0C8F89E}"/>
              </a:ext>
            </a:extLst>
          </p:cNvPr>
          <p:cNvCxnSpPr>
            <a:cxnSpLocks/>
          </p:cNvCxnSpPr>
          <p:nvPr/>
        </p:nvCxnSpPr>
        <p:spPr>
          <a:xfrm>
            <a:off x="1810742" y="2521590"/>
            <a:ext cx="208733" cy="3083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93923D5-FCC4-CC2C-85E3-9F4B7132781C}"/>
              </a:ext>
            </a:extLst>
          </p:cNvPr>
          <p:cNvCxnSpPr>
            <a:cxnSpLocks/>
          </p:cNvCxnSpPr>
          <p:nvPr/>
        </p:nvCxnSpPr>
        <p:spPr>
          <a:xfrm flipH="1">
            <a:off x="1724868" y="5537717"/>
            <a:ext cx="180113" cy="3927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14E8DBC1-577B-BAC6-BA20-1753A5B3AFA4}"/>
              </a:ext>
            </a:extLst>
          </p:cNvPr>
          <p:cNvGrpSpPr/>
          <p:nvPr/>
        </p:nvGrpSpPr>
        <p:grpSpPr>
          <a:xfrm>
            <a:off x="8759204" y="6214853"/>
            <a:ext cx="2795958" cy="1422703"/>
            <a:chOff x="7913825" y="3492365"/>
            <a:chExt cx="1928555" cy="981331"/>
          </a:xfrm>
        </p:grpSpPr>
        <p:grpSp>
          <p:nvGrpSpPr>
            <p:cNvPr id="84" name="グループ化 83">
              <a:extLst>
                <a:ext uri="{FF2B5EF4-FFF2-40B4-BE49-F238E27FC236}">
                  <a16:creationId xmlns:a16="http://schemas.microsoft.com/office/drawing/2014/main" id="{02971D01-25C4-4ACD-5EB6-71A43335D874}"/>
                </a:ext>
              </a:extLst>
            </p:cNvPr>
            <p:cNvGrpSpPr/>
            <p:nvPr/>
          </p:nvGrpSpPr>
          <p:grpSpPr>
            <a:xfrm>
              <a:off x="8306018" y="3492365"/>
              <a:ext cx="1272536" cy="667212"/>
              <a:chOff x="7854462" y="3429000"/>
              <a:chExt cx="1766275" cy="939800"/>
            </a:xfrm>
          </p:grpSpPr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E00A6D4C-A772-33FD-B01D-C74F135D051B}"/>
                  </a:ext>
                </a:extLst>
              </p:cNvPr>
              <p:cNvCxnSpPr/>
              <p:nvPr/>
            </p:nvCxnSpPr>
            <p:spPr>
              <a:xfrm flipH="1">
                <a:off x="7854462" y="3898900"/>
                <a:ext cx="13550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F15719C9-279E-21CA-B4E4-BE11D4C2094D}"/>
                  </a:ext>
                </a:extLst>
              </p:cNvPr>
              <p:cNvGrpSpPr/>
              <p:nvPr/>
            </p:nvGrpSpPr>
            <p:grpSpPr>
              <a:xfrm>
                <a:off x="7971301" y="3429000"/>
                <a:ext cx="1444618" cy="939800"/>
                <a:chOff x="1892300" y="1651000"/>
                <a:chExt cx="2889236" cy="1879600"/>
              </a:xfrm>
            </p:grpSpPr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94936738-DBD0-6269-75D7-2E80E66FAE28}"/>
                    </a:ext>
                  </a:extLst>
                </p:cNvPr>
                <p:cNvGrpSpPr/>
                <p:nvPr/>
              </p:nvGrpSpPr>
              <p:grpSpPr>
                <a:xfrm>
                  <a:off x="1892300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2" name="円/楕円 41">
                    <a:extLst>
                      <a:ext uri="{FF2B5EF4-FFF2-40B4-BE49-F238E27FC236}">
                        <a16:creationId xmlns:a16="http://schemas.microsoft.com/office/drawing/2014/main" id="{9D5B5760-0769-031D-85ED-34CB18FD0E76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535C26A5-DBC1-D495-83A3-686C0857214F}"/>
                      </a:ext>
                    </a:extLst>
                  </p:cNvPr>
                  <p:cNvCxnSpPr>
                    <a:cxnSpLocks/>
                    <a:stCxn id="42" idx="0"/>
                    <a:endCxn id="4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F6A13398-BD6D-E71E-C54C-E87204446A25}"/>
                      </a:ext>
                    </a:extLst>
                  </p:cNvPr>
                  <p:cNvCxnSpPr>
                    <a:cxnSpLocks/>
                    <a:stCxn id="42" idx="6"/>
                    <a:endCxn id="4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矢印コネクタ 44">
                    <a:extLst>
                      <a:ext uri="{FF2B5EF4-FFF2-40B4-BE49-F238E27FC236}">
                        <a16:creationId xmlns:a16="http://schemas.microsoft.com/office/drawing/2014/main" id="{967FE876-54DB-51CA-C469-EC96A3D510A9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 flipV="1">
                    <a:off x="2305050" y="1651000"/>
                    <a:ext cx="0" cy="9398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A89CEA06-26D2-04CC-0352-951C8139C736}"/>
                    </a:ext>
                  </a:extLst>
                </p:cNvPr>
                <p:cNvGrpSpPr/>
                <p:nvPr/>
              </p:nvGrpSpPr>
              <p:grpSpPr>
                <a:xfrm>
                  <a:off x="2408234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B8AFA4B3-098D-502B-CD77-5EDC1550684C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5CAECFD4-62B5-8B80-358E-90E48C10336A}"/>
                      </a:ext>
                    </a:extLst>
                  </p:cNvPr>
                  <p:cNvCxnSpPr>
                    <a:cxnSpLocks/>
                    <a:stCxn id="47" idx="0"/>
                    <a:endCxn id="4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260B98AF-8177-E7E5-9567-B3383461A1BE}"/>
                      </a:ext>
                    </a:extLst>
                  </p:cNvPr>
                  <p:cNvCxnSpPr>
                    <a:cxnSpLocks/>
                    <a:stCxn id="47" idx="6"/>
                    <a:endCxn id="4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矢印コネクタ 49">
                    <a:extLst>
                      <a:ext uri="{FF2B5EF4-FFF2-40B4-BE49-F238E27FC236}">
                        <a16:creationId xmlns:a16="http://schemas.microsoft.com/office/drawing/2014/main" id="{004D18E2-9E12-7A30-A823-D682551B4E9F}"/>
                      </a:ext>
                    </a:extLst>
                  </p:cNvPr>
                  <p:cNvCxnSpPr>
                    <a:cxnSpLocks/>
                    <a:endCxn id="47" idx="7"/>
                  </p:cNvCxnSpPr>
                  <p:nvPr/>
                </p:nvCxnSpPr>
                <p:spPr>
                  <a:xfrm flipV="1">
                    <a:off x="2305050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32ADB75-0E38-F06F-73CA-25C30DD2B5C7}"/>
                    </a:ext>
                  </a:extLst>
                </p:cNvPr>
                <p:cNvGrpSpPr/>
                <p:nvPr/>
              </p:nvGrpSpPr>
              <p:grpSpPr>
                <a:xfrm>
                  <a:off x="2924168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2" name="円/楕円 51">
                    <a:extLst>
                      <a:ext uri="{FF2B5EF4-FFF2-40B4-BE49-F238E27FC236}">
                        <a16:creationId xmlns:a16="http://schemas.microsoft.com/office/drawing/2014/main" id="{40C58F76-25A4-33D3-FB83-AF89B34274DF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052A1ED1-DAA1-D5BE-4E2E-B31066806847}"/>
                      </a:ext>
                    </a:extLst>
                  </p:cNvPr>
                  <p:cNvCxnSpPr>
                    <a:cxnSpLocks/>
                    <a:stCxn id="52" idx="0"/>
                    <a:endCxn id="5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CBD2D822-9E1E-F048-F91D-5970B2A04B62}"/>
                      </a:ext>
                    </a:extLst>
                  </p:cNvPr>
                  <p:cNvCxnSpPr>
                    <a:cxnSpLocks/>
                    <a:stCxn id="52" idx="6"/>
                    <a:endCxn id="5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矢印コネクタ 54">
                    <a:extLst>
                      <a:ext uri="{FF2B5EF4-FFF2-40B4-BE49-F238E27FC236}">
                        <a16:creationId xmlns:a16="http://schemas.microsoft.com/office/drawing/2014/main" id="{594D6E03-45E6-E1F1-BF04-2A0BF1253620}"/>
                      </a:ext>
                    </a:extLst>
                  </p:cNvPr>
                  <p:cNvCxnSpPr>
                    <a:cxnSpLocks/>
                    <a:endCxn id="52" idx="5"/>
                  </p:cNvCxnSpPr>
                  <p:nvPr/>
                </p:nvCxnSpPr>
                <p:spPr>
                  <a:xfrm>
                    <a:off x="2305050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BDA066CB-5578-F0D9-12FC-64103ECA44E4}"/>
                    </a:ext>
                  </a:extLst>
                </p:cNvPr>
                <p:cNvGrpSpPr/>
                <p:nvPr/>
              </p:nvGrpSpPr>
              <p:grpSpPr>
                <a:xfrm>
                  <a:off x="3440102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7" name="円/楕円 56">
                    <a:extLst>
                      <a:ext uri="{FF2B5EF4-FFF2-40B4-BE49-F238E27FC236}">
                        <a16:creationId xmlns:a16="http://schemas.microsoft.com/office/drawing/2014/main" id="{09ECE4C2-AA98-BB74-6825-65A4B325E46B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8" name="直線コネクタ 57">
                    <a:extLst>
                      <a:ext uri="{FF2B5EF4-FFF2-40B4-BE49-F238E27FC236}">
                        <a16:creationId xmlns:a16="http://schemas.microsoft.com/office/drawing/2014/main" id="{74621BC1-C09D-7166-11EF-655D9134BD43}"/>
                      </a:ext>
                    </a:extLst>
                  </p:cNvPr>
                  <p:cNvCxnSpPr>
                    <a:cxnSpLocks/>
                    <a:stCxn id="57" idx="0"/>
                    <a:endCxn id="5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98CC0141-5876-2848-8205-A7B407D01156}"/>
                      </a:ext>
                    </a:extLst>
                  </p:cNvPr>
                  <p:cNvCxnSpPr>
                    <a:cxnSpLocks/>
                    <a:stCxn id="57" idx="6"/>
                    <a:endCxn id="5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矢印コネクタ 59">
                    <a:extLst>
                      <a:ext uri="{FF2B5EF4-FFF2-40B4-BE49-F238E27FC236}">
                        <a16:creationId xmlns:a16="http://schemas.microsoft.com/office/drawing/2014/main" id="{776DA987-2C96-A4FF-56A0-46D3CB52A03C}"/>
                      </a:ext>
                    </a:extLst>
                  </p:cNvPr>
                  <p:cNvCxnSpPr>
                    <a:cxnSpLocks/>
                    <a:endCxn id="57" idx="3"/>
                  </p:cNvCxnSpPr>
                  <p:nvPr/>
                </p:nvCxnSpPr>
                <p:spPr>
                  <a:xfrm flipH="1">
                    <a:off x="2013192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DAF38352-CF51-A95C-7586-65CF28BF3432}"/>
                    </a:ext>
                  </a:extLst>
                </p:cNvPr>
                <p:cNvGrpSpPr/>
                <p:nvPr/>
              </p:nvGrpSpPr>
              <p:grpSpPr>
                <a:xfrm>
                  <a:off x="3956036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62" name="円/楕円 61">
                    <a:extLst>
                      <a:ext uri="{FF2B5EF4-FFF2-40B4-BE49-F238E27FC236}">
                        <a16:creationId xmlns:a16="http://schemas.microsoft.com/office/drawing/2014/main" id="{6D0B72E6-4FA6-3380-0E33-A00B0D142BF8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CB25F6A3-6B1B-8269-2AC3-40A55140CDE4}"/>
                      </a:ext>
                    </a:extLst>
                  </p:cNvPr>
                  <p:cNvCxnSpPr>
                    <a:cxnSpLocks/>
                    <a:stCxn id="62" idx="0"/>
                    <a:endCxn id="6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103A9DCC-F6D0-50B1-17E1-7D108240B18F}"/>
                      </a:ext>
                    </a:extLst>
                  </p:cNvPr>
                  <p:cNvCxnSpPr>
                    <a:cxnSpLocks/>
                    <a:stCxn id="62" idx="6"/>
                    <a:endCxn id="6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矢印コネクタ 64">
                    <a:extLst>
                      <a:ext uri="{FF2B5EF4-FFF2-40B4-BE49-F238E27FC236}">
                        <a16:creationId xmlns:a16="http://schemas.microsoft.com/office/drawing/2014/main" id="{7B0C2818-AEA2-7005-7B24-E8A7C92FDDC0}"/>
                      </a:ext>
                    </a:extLst>
                  </p:cNvPr>
                  <p:cNvCxnSpPr>
                    <a:cxnSpLocks/>
                    <a:endCxn id="62" idx="1"/>
                  </p:cNvCxnSpPr>
                  <p:nvPr/>
                </p:nvCxnSpPr>
                <p:spPr>
                  <a:xfrm flipH="1" flipV="1">
                    <a:off x="2013192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B526424E-C23A-1754-A6DA-8FB750D6F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8619" y="3898900"/>
                <a:ext cx="37211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CD9A7EBC-650D-B926-8A39-CB8E01F75CD7}"/>
                </a:ext>
              </a:extLst>
            </p:cNvPr>
            <p:cNvSpPr txBox="1"/>
            <p:nvPr/>
          </p:nvSpPr>
          <p:spPr>
            <a:xfrm>
              <a:off x="7913825" y="4194530"/>
              <a:ext cx="192855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Non-collinear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E5A0D73-8D81-46AE-2FE6-89DB43970331}"/>
              </a:ext>
            </a:extLst>
          </p:cNvPr>
          <p:cNvSpPr txBox="1"/>
          <p:nvPr/>
        </p:nvSpPr>
        <p:spPr>
          <a:xfrm>
            <a:off x="4257277" y="1892551"/>
            <a:ext cx="595035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3543EC39-541F-8B19-20A9-4927475DA74E}"/>
              </a:ext>
            </a:extLst>
          </p:cNvPr>
          <p:cNvGrpSpPr/>
          <p:nvPr/>
        </p:nvGrpSpPr>
        <p:grpSpPr>
          <a:xfrm>
            <a:off x="9000096" y="2160273"/>
            <a:ext cx="2291013" cy="1691767"/>
            <a:chOff x="8079980" y="695657"/>
            <a:chExt cx="1580261" cy="1166922"/>
          </a:xfrm>
        </p:grpSpPr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CEEC7002-E31A-24E9-7095-5A2CA0526739}"/>
                </a:ext>
              </a:extLst>
            </p:cNvPr>
            <p:cNvSpPr txBox="1"/>
            <p:nvPr/>
          </p:nvSpPr>
          <p:spPr>
            <a:xfrm>
              <a:off x="8079980" y="1583413"/>
              <a:ext cx="1580261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4C5F6D02-EDDF-EE7B-1C0A-B21961B82840}"/>
                </a:ext>
              </a:extLst>
            </p:cNvPr>
            <p:cNvGrpSpPr/>
            <p:nvPr/>
          </p:nvGrpSpPr>
          <p:grpSpPr>
            <a:xfrm>
              <a:off x="8306151" y="695657"/>
              <a:ext cx="1229574" cy="888749"/>
              <a:chOff x="5985394" y="1336431"/>
              <a:chExt cx="3940484" cy="2289907"/>
            </a:xfrm>
            <a:solidFill>
              <a:schemeClr val="bg1">
                <a:lumMod val="65000"/>
              </a:schemeClr>
            </a:solidFill>
          </p:grpSpPr>
          <p:cxnSp>
            <p:nvCxnSpPr>
              <p:cNvPr id="93" name="カギ線コネクタ 92">
                <a:extLst>
                  <a:ext uri="{FF2B5EF4-FFF2-40B4-BE49-F238E27FC236}">
                    <a16:creationId xmlns:a16="http://schemas.microsoft.com/office/drawing/2014/main" id="{54CDB21E-1B45-E488-C730-237A24CCC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7942" y="1336431"/>
                <a:ext cx="2484000" cy="2289907"/>
              </a:xfrm>
              <a:prstGeom prst="bentConnector3">
                <a:avLst>
                  <a:gd name="adj1" fmla="val 756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上矢印 93">
                <a:extLst>
                  <a:ext uri="{FF2B5EF4-FFF2-40B4-BE49-F238E27FC236}">
                    <a16:creationId xmlns:a16="http://schemas.microsoft.com/office/drawing/2014/main" id="{35DD79A2-B951-09EA-7930-48D59ED82806}"/>
                  </a:ext>
                </a:extLst>
              </p:cNvPr>
              <p:cNvSpPr/>
              <p:nvPr/>
            </p:nvSpPr>
            <p:spPr>
              <a:xfrm>
                <a:off x="6150707" y="1402118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5" name="上矢印 94">
                <a:extLst>
                  <a:ext uri="{FF2B5EF4-FFF2-40B4-BE49-F238E27FC236}">
                    <a16:creationId xmlns:a16="http://schemas.microsoft.com/office/drawing/2014/main" id="{6D6F0576-9F0B-59EB-FB27-48D7A3678B2B}"/>
                  </a:ext>
                </a:extLst>
              </p:cNvPr>
              <p:cNvSpPr/>
              <p:nvPr/>
            </p:nvSpPr>
            <p:spPr>
              <a:xfrm>
                <a:off x="6717245" y="1402117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6" name="上矢印 95">
                <a:extLst>
                  <a:ext uri="{FF2B5EF4-FFF2-40B4-BE49-F238E27FC236}">
                    <a16:creationId xmlns:a16="http://schemas.microsoft.com/office/drawing/2014/main" id="{97BDC94A-C13A-DF62-135B-15ED5386D911}"/>
                  </a:ext>
                </a:extLst>
              </p:cNvPr>
              <p:cNvSpPr/>
              <p:nvPr/>
            </p:nvSpPr>
            <p:spPr>
              <a:xfrm>
                <a:off x="7315199" y="1402115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上矢印 96">
                <a:extLst>
                  <a:ext uri="{FF2B5EF4-FFF2-40B4-BE49-F238E27FC236}">
                    <a16:creationId xmlns:a16="http://schemas.microsoft.com/office/drawing/2014/main" id="{E8EB98FE-F2F2-DC02-31E8-DE449A8B7CD8}"/>
                  </a:ext>
                </a:extLst>
              </p:cNvPr>
              <p:cNvSpPr/>
              <p:nvPr/>
            </p:nvSpPr>
            <p:spPr>
              <a:xfrm rot="10800000">
                <a:off x="7969047" y="2499173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6AE9A925-1746-47DF-3A21-B61733AB4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5394" y="2480638"/>
                <a:ext cx="3940484" cy="1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カギ線コネクタ 98">
                <a:extLst>
                  <a:ext uri="{FF2B5EF4-FFF2-40B4-BE49-F238E27FC236}">
                    <a16:creationId xmlns:a16="http://schemas.microsoft.com/office/drawing/2014/main" id="{E892F62E-DAA9-BB3B-BF9F-0581C91743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470092" y="1336431"/>
                <a:ext cx="1296000" cy="2289160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上矢印 99">
                <a:extLst>
                  <a:ext uri="{FF2B5EF4-FFF2-40B4-BE49-F238E27FC236}">
                    <a16:creationId xmlns:a16="http://schemas.microsoft.com/office/drawing/2014/main" id="{68B22792-698B-880C-9EA5-34870C4162CC}"/>
                  </a:ext>
                </a:extLst>
              </p:cNvPr>
              <p:cNvSpPr/>
              <p:nvPr/>
            </p:nvSpPr>
            <p:spPr>
              <a:xfrm rot="10800000">
                <a:off x="8535586" y="2499172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653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CE573E1-40E2-B12C-0A3D-AB676A6B2101}"/>
              </a:ext>
            </a:extLst>
          </p:cNvPr>
          <p:cNvGrpSpPr/>
          <p:nvPr/>
        </p:nvGrpSpPr>
        <p:grpSpPr>
          <a:xfrm>
            <a:off x="-3356338" y="3594399"/>
            <a:ext cx="1196784" cy="2724985"/>
            <a:chOff x="1892300" y="1651000"/>
            <a:chExt cx="825500" cy="1879600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EF3A4F3-D4D5-B360-19B5-0A69E82DC8CD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1B964F2-2DDB-5FFE-3D80-C647766C7FA0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C38E61E-E67C-BB10-7729-F8D7904050EA}"/>
                </a:ext>
              </a:extLst>
            </p:cNvPr>
            <p:cNvCxnSpPr>
              <a:cxnSpLocks/>
              <a:stCxn id="4" idx="6"/>
              <a:endCxn id="4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35F19F6-0C92-85B2-CB7F-C7C45C4DD9C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2305050" y="1651000"/>
              <a:ext cx="0" cy="939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48DB3A-1E5E-C65C-C5BC-13F84210AEBF}"/>
              </a:ext>
            </a:extLst>
          </p:cNvPr>
          <p:cNvGrpSpPr/>
          <p:nvPr/>
        </p:nvGrpSpPr>
        <p:grpSpPr>
          <a:xfrm>
            <a:off x="-2608352" y="3594399"/>
            <a:ext cx="1196784" cy="2724985"/>
            <a:chOff x="1892300" y="1651000"/>
            <a:chExt cx="825500" cy="1879600"/>
          </a:xfrm>
        </p:grpSpPr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A473807E-0273-3E1C-1249-67A8A3F105A8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DAC6CB4-46F9-4759-5D45-E5A6BC3AC4F6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F3A69B5-1756-B90A-17E0-A721D285EA0B}"/>
                </a:ext>
              </a:extLst>
            </p:cNvPr>
            <p:cNvCxnSpPr>
              <a:cxnSpLocks/>
              <a:stCxn id="23" idx="6"/>
              <a:endCxn id="23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C0C12010-A623-3FC4-603E-6B218380228B}"/>
                </a:ext>
              </a:extLst>
            </p:cNvPr>
            <p:cNvCxnSpPr>
              <a:cxnSpLocks/>
              <a:endCxn id="23" idx="7"/>
            </p:cNvCxnSpPr>
            <p:nvPr/>
          </p:nvCxnSpPr>
          <p:spPr>
            <a:xfrm flipV="1">
              <a:off x="2305050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64E52AE-2379-C5F9-443F-5E20E035278F}"/>
              </a:ext>
            </a:extLst>
          </p:cNvPr>
          <p:cNvGrpSpPr/>
          <p:nvPr/>
        </p:nvGrpSpPr>
        <p:grpSpPr>
          <a:xfrm>
            <a:off x="-1860368" y="3594399"/>
            <a:ext cx="1196784" cy="2724985"/>
            <a:chOff x="1892300" y="1651000"/>
            <a:chExt cx="825500" cy="1879600"/>
          </a:xfrm>
        </p:grpSpPr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01AADD03-92C5-6992-83C9-E6571C1504F7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94C4084-D97F-12B6-70DC-D26B2DF8B5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249692BC-BAD9-17A3-C5EA-2E90520B73D3}"/>
                </a:ext>
              </a:extLst>
            </p:cNvPr>
            <p:cNvCxnSpPr>
              <a:cxnSpLocks/>
              <a:stCxn id="46" idx="6"/>
              <a:endCxn id="46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4557FB4-6F03-60C6-617A-56599813B0C3}"/>
                </a:ext>
              </a:extLst>
            </p:cNvPr>
            <p:cNvCxnSpPr>
              <a:cxnSpLocks/>
              <a:endCxn id="46" idx="5"/>
            </p:cNvCxnSpPr>
            <p:nvPr/>
          </p:nvCxnSpPr>
          <p:spPr>
            <a:xfrm>
              <a:off x="2305050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C6B695A-50A6-02FB-7D4B-28B084273D84}"/>
              </a:ext>
            </a:extLst>
          </p:cNvPr>
          <p:cNvGrpSpPr/>
          <p:nvPr/>
        </p:nvGrpSpPr>
        <p:grpSpPr>
          <a:xfrm>
            <a:off x="39349" y="3594399"/>
            <a:ext cx="1196784" cy="2724985"/>
            <a:chOff x="1892300" y="1651000"/>
            <a:chExt cx="825500" cy="1879600"/>
          </a:xfrm>
        </p:grpSpPr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14C36BBB-6983-77A3-9114-56B358ED009C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A070D66-CCB6-B840-EF17-A41124F35BF1}"/>
                </a:ext>
              </a:extLst>
            </p:cNvPr>
            <p:cNvCxnSpPr>
              <a:cxnSpLocks/>
              <a:stCxn id="52" idx="0"/>
              <a:endCxn id="52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A7EAA228-217A-0F86-DE75-F257F4BD0195}"/>
                </a:ext>
              </a:extLst>
            </p:cNvPr>
            <p:cNvCxnSpPr>
              <a:cxnSpLocks/>
              <a:stCxn id="52" idx="6"/>
              <a:endCxn id="52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4E7B397-2374-8C01-B312-C570D684B23E}"/>
                </a:ext>
              </a:extLst>
            </p:cNvPr>
            <p:cNvCxnSpPr>
              <a:cxnSpLocks/>
              <a:endCxn id="52" idx="3"/>
            </p:cNvCxnSpPr>
            <p:nvPr/>
          </p:nvCxnSpPr>
          <p:spPr>
            <a:xfrm flipH="1">
              <a:off x="2013192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AC2AF51-86D7-8CB3-6F7F-4F6DE6F24578}"/>
              </a:ext>
            </a:extLst>
          </p:cNvPr>
          <p:cNvGrpSpPr/>
          <p:nvPr/>
        </p:nvGrpSpPr>
        <p:grpSpPr>
          <a:xfrm>
            <a:off x="787332" y="3594399"/>
            <a:ext cx="1196784" cy="2724985"/>
            <a:chOff x="1892300" y="1651000"/>
            <a:chExt cx="825500" cy="1879600"/>
          </a:xfrm>
        </p:grpSpPr>
        <p:sp>
          <p:nvSpPr>
            <p:cNvPr id="58" name="円/楕円 57">
              <a:extLst>
                <a:ext uri="{FF2B5EF4-FFF2-40B4-BE49-F238E27FC236}">
                  <a16:creationId xmlns:a16="http://schemas.microsoft.com/office/drawing/2014/main" id="{2136681B-CE0C-F17C-6FF1-3D48C9735BA2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32F4FCE-69CA-DF92-FBE0-1A833CC9195E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3E3159A4-7192-7C60-85E4-80532FE1CF97}"/>
                </a:ext>
              </a:extLst>
            </p:cNvPr>
            <p:cNvCxnSpPr>
              <a:cxnSpLocks/>
              <a:stCxn id="58" idx="6"/>
              <a:endCxn id="58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ABF1698E-5B24-24B0-5D05-9DF2E76357B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flipH="1" flipV="1">
              <a:off x="2013192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F866971-8B0A-8CF4-24B0-7D0BE4CD82F8}"/>
              </a:ext>
            </a:extLst>
          </p:cNvPr>
          <p:cNvGrpSpPr/>
          <p:nvPr/>
        </p:nvGrpSpPr>
        <p:grpSpPr>
          <a:xfrm>
            <a:off x="5963428" y="3089250"/>
            <a:ext cx="5712790" cy="3319835"/>
            <a:chOff x="5985394" y="1336431"/>
            <a:chExt cx="3940484" cy="2289907"/>
          </a:xfrm>
        </p:grpSpPr>
        <p:cxnSp>
          <p:nvCxnSpPr>
            <p:cNvPr id="66" name="カギ線コネクタ 65">
              <a:extLst>
                <a:ext uri="{FF2B5EF4-FFF2-40B4-BE49-F238E27FC236}">
                  <a16:creationId xmlns:a16="http://schemas.microsoft.com/office/drawing/2014/main" id="{507633C8-001A-8836-3C7A-13954A74FC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42" y="1336431"/>
              <a:ext cx="2484000" cy="2289907"/>
            </a:xfrm>
            <a:prstGeom prst="bentConnector3">
              <a:avLst>
                <a:gd name="adj1" fmla="val 756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上矢印 67">
              <a:extLst>
                <a:ext uri="{FF2B5EF4-FFF2-40B4-BE49-F238E27FC236}">
                  <a16:creationId xmlns:a16="http://schemas.microsoft.com/office/drawing/2014/main" id="{B100C1E2-882D-F6C6-D174-2F664F40776C}"/>
                </a:ext>
              </a:extLst>
            </p:cNvPr>
            <p:cNvSpPr/>
            <p:nvPr/>
          </p:nvSpPr>
          <p:spPr>
            <a:xfrm>
              <a:off x="6150707" y="1402118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69" name="上矢印 68">
              <a:extLst>
                <a:ext uri="{FF2B5EF4-FFF2-40B4-BE49-F238E27FC236}">
                  <a16:creationId xmlns:a16="http://schemas.microsoft.com/office/drawing/2014/main" id="{0E9C96FE-0D5D-B3D1-6D30-83230CE6363C}"/>
                </a:ext>
              </a:extLst>
            </p:cNvPr>
            <p:cNvSpPr/>
            <p:nvPr/>
          </p:nvSpPr>
          <p:spPr>
            <a:xfrm>
              <a:off x="6717245" y="1402117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2" name="上矢印 71">
              <a:extLst>
                <a:ext uri="{FF2B5EF4-FFF2-40B4-BE49-F238E27FC236}">
                  <a16:creationId xmlns:a16="http://schemas.microsoft.com/office/drawing/2014/main" id="{04CEEBFA-88A8-0431-E5AE-EBAD1EE4CEE2}"/>
                </a:ext>
              </a:extLst>
            </p:cNvPr>
            <p:cNvSpPr/>
            <p:nvPr/>
          </p:nvSpPr>
          <p:spPr>
            <a:xfrm>
              <a:off x="7315199" y="1402115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3" name="上矢印 72">
              <a:extLst>
                <a:ext uri="{FF2B5EF4-FFF2-40B4-BE49-F238E27FC236}">
                  <a16:creationId xmlns:a16="http://schemas.microsoft.com/office/drawing/2014/main" id="{9EC8353C-C798-71B3-1B1A-0EE93744CE30}"/>
                </a:ext>
              </a:extLst>
            </p:cNvPr>
            <p:cNvSpPr/>
            <p:nvPr/>
          </p:nvSpPr>
          <p:spPr>
            <a:xfrm rot="10800000">
              <a:off x="7969047" y="2499173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5346DA3A-30B2-7F95-F373-EFAED8286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5394" y="2480638"/>
              <a:ext cx="394048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1BC37781-41A9-F5E4-97DC-96AD56FCBB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470092" y="1336431"/>
              <a:ext cx="1296000" cy="2289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上矢印 82">
              <a:extLst>
                <a:ext uri="{FF2B5EF4-FFF2-40B4-BE49-F238E27FC236}">
                  <a16:creationId xmlns:a16="http://schemas.microsoft.com/office/drawing/2014/main" id="{2C83EA5B-4681-6210-5C29-97212B6EBDAC}"/>
                </a:ext>
              </a:extLst>
            </p:cNvPr>
            <p:cNvSpPr/>
            <p:nvPr/>
          </p:nvSpPr>
          <p:spPr>
            <a:xfrm rot="10800000">
              <a:off x="8535586" y="2499172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879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D4A4A0-7D06-EECC-0C9D-DB4550821F14}"/>
              </a:ext>
            </a:extLst>
          </p:cNvPr>
          <p:cNvGrpSpPr/>
          <p:nvPr/>
        </p:nvGrpSpPr>
        <p:grpSpPr>
          <a:xfrm>
            <a:off x="306592" y="1805729"/>
            <a:ext cx="9113970" cy="8873140"/>
            <a:chOff x="2083505" y="451104"/>
            <a:chExt cx="6286500" cy="612038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EFC321D-9288-B213-7E23-E0628F361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A0D6D5C-4A17-DD0F-C4FE-DF0BDBEDCCB9}"/>
                </a:ext>
              </a:extLst>
            </p:cNvPr>
            <p:cNvSpPr txBox="1"/>
            <p:nvPr/>
          </p:nvSpPr>
          <p:spPr>
            <a:xfrm>
              <a:off x="3714701" y="712178"/>
              <a:ext cx="173505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E0C56FC-CF28-CB39-1C5D-95B4DEEC9472}"/>
                </a:ext>
              </a:extLst>
            </p:cNvPr>
            <p:cNvSpPr txBox="1"/>
            <p:nvPr/>
          </p:nvSpPr>
          <p:spPr>
            <a:xfrm>
              <a:off x="2303779" y="2741027"/>
              <a:ext cx="1749432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B5A6B62-B777-B306-2464-FBA33FBD469C}"/>
                </a:ext>
              </a:extLst>
            </p:cNvPr>
            <p:cNvSpPr txBox="1"/>
            <p:nvPr/>
          </p:nvSpPr>
          <p:spPr>
            <a:xfrm>
              <a:off x="4641757" y="1603511"/>
              <a:ext cx="2106571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46B864D-AF8E-A331-BE51-0635A3E4BF23}"/>
                </a:ext>
              </a:extLst>
            </p:cNvPr>
            <p:cNvSpPr txBox="1"/>
            <p:nvPr/>
          </p:nvSpPr>
          <p:spPr>
            <a:xfrm>
              <a:off x="3421619" y="4287614"/>
              <a:ext cx="1442049" cy="679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3D0D581-377A-4A3D-9166-790FDA466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48599B1-97AE-1239-E48E-CF077A423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D71BA81-534E-E3F4-A921-501BE9940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7349C00-61C4-6C15-2899-6FA3E32C53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210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6341C1F-FB7D-587A-35AB-718AE3C9D970}"/>
              </a:ext>
            </a:extLst>
          </p:cNvPr>
          <p:cNvGrpSpPr/>
          <p:nvPr/>
        </p:nvGrpSpPr>
        <p:grpSpPr>
          <a:xfrm>
            <a:off x="1171570" y="2592204"/>
            <a:ext cx="8821366" cy="6548430"/>
            <a:chOff x="2680137" y="993588"/>
            <a:chExt cx="6084672" cy="451688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30DD1CD-D1E2-6DB0-ED13-37A0E3E77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77" t="30316" r="30100" b="35489"/>
            <a:stretch>
              <a:fillRect/>
            </a:stretch>
          </p:blipFill>
          <p:spPr>
            <a:xfrm>
              <a:off x="2680137" y="1347531"/>
              <a:ext cx="5912070" cy="416293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/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blipFill>
                  <a:blip r:embed="rId3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/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blipFill>
                  <a:blip r:embed="rId4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/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900" b="1" i="1">
                            <a:solidFill>
                              <a:srgbClr val="FD323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900" b="1">
                    <a:solidFill>
                      <a:srgbClr val="FD3232"/>
                    </a:solidFill>
                  </a:endParaRPr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blipFill>
                  <a:blip r:embed="rId5"/>
                  <a:stretch>
                    <a:fillRect l="-4545" r="-4545"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7CC36DE-A24D-7D14-1FD7-51D99823B355}"/>
                </a:ext>
              </a:extLst>
            </p:cNvPr>
            <p:cNvSpPr txBox="1"/>
            <p:nvPr/>
          </p:nvSpPr>
          <p:spPr>
            <a:xfrm>
              <a:off x="7025730" y="1152416"/>
              <a:ext cx="1561508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Two-dimensional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2467F13-B773-28CE-A82D-D9CD776E44D7}"/>
                </a:ext>
              </a:extLst>
            </p:cNvPr>
            <p:cNvSpPr txBox="1"/>
            <p:nvPr/>
          </p:nvSpPr>
          <p:spPr>
            <a:xfrm>
              <a:off x="4392627" y="1970849"/>
              <a:ext cx="1134665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Measurable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503389F-8BAA-FBB8-AEBC-2EBB9D177476}"/>
                </a:ext>
              </a:extLst>
            </p:cNvPr>
            <p:cNvSpPr txBox="1"/>
            <p:nvPr/>
          </p:nvSpPr>
          <p:spPr>
            <a:xfrm>
              <a:off x="3066182" y="993588"/>
              <a:ext cx="1183316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8253C48-E730-E9CD-DAFA-27B6EB4297BE}"/>
                </a:ext>
              </a:extLst>
            </p:cNvPr>
            <p:cNvSpPr txBox="1"/>
            <p:nvPr/>
          </p:nvSpPr>
          <p:spPr>
            <a:xfrm>
              <a:off x="5572590" y="2678735"/>
              <a:ext cx="7421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2D69FAC-8ECE-09D8-B315-0227FC11D8C7}"/>
                </a:ext>
              </a:extLst>
            </p:cNvPr>
            <p:cNvSpPr txBox="1"/>
            <p:nvPr/>
          </p:nvSpPr>
          <p:spPr>
            <a:xfrm>
              <a:off x="6126467" y="3940599"/>
              <a:ext cx="1958409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neutron spin filter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(Spin analyzer)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A43D3C5-0816-F896-DE76-45324A6A2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22" y="1253067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4ACB00D-42EB-D524-A1C9-3E56C93F5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4582" y="2328779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0A76959-A9C3-13E7-E4B1-C838C2918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202" y="1531845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D878277-1008-EA91-33FA-C2AC4A0088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7628" y="3589694"/>
              <a:ext cx="261469" cy="27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764AC20D-D4E6-D64B-7711-25331EBCF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841" y="3016456"/>
              <a:ext cx="48398" cy="6817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4EFBB7C-1193-9D3C-6641-8C1916C513A9}"/>
                </a:ext>
              </a:extLst>
            </p:cNvPr>
            <p:cNvSpPr txBox="1"/>
            <p:nvPr/>
          </p:nvSpPr>
          <p:spPr>
            <a:xfrm>
              <a:off x="4658171" y="5179399"/>
              <a:ext cx="229454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Incident polarized neutron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円/楕円 1">
              <a:extLst>
                <a:ext uri="{FF2B5EF4-FFF2-40B4-BE49-F238E27FC236}">
                  <a16:creationId xmlns:a16="http://schemas.microsoft.com/office/drawing/2014/main" id="{58150A27-8E00-99AE-02DD-B1CC153E4C8A}"/>
                </a:ext>
              </a:extLst>
            </p:cNvPr>
            <p:cNvSpPr/>
            <p:nvPr/>
          </p:nvSpPr>
          <p:spPr>
            <a:xfrm>
              <a:off x="6839601" y="2037956"/>
              <a:ext cx="1260915" cy="12609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70B1CE84-7CE5-C7B4-645E-39D5737A00B9}"/>
                </a:ext>
              </a:extLst>
            </p:cNvPr>
            <p:cNvCxnSpPr>
              <a:endCxn id="2" idx="2"/>
            </p:cNvCxnSpPr>
            <p:nvPr/>
          </p:nvCxnSpPr>
          <p:spPr>
            <a:xfrm flipV="1">
              <a:off x="6112481" y="2668414"/>
              <a:ext cx="727120" cy="92154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A0EB052-DCD6-0F46-57D7-242253D7A324}"/>
                </a:ext>
              </a:extLst>
            </p:cNvPr>
            <p:cNvCxnSpPr>
              <a:cxnSpLocks/>
              <a:endCxn id="2" idx="6"/>
            </p:cNvCxnSpPr>
            <p:nvPr/>
          </p:nvCxnSpPr>
          <p:spPr>
            <a:xfrm flipV="1">
              <a:off x="6125226" y="2668414"/>
              <a:ext cx="1975290" cy="10300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9D0A785-3987-D743-2175-8620E3C32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337" y="3049753"/>
              <a:ext cx="204686" cy="307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28A2D5C-3F12-BF9E-A756-F0BD9EA2D5D8}"/>
                </a:ext>
              </a:extLst>
            </p:cNvPr>
            <p:cNvSpPr txBox="1"/>
            <p:nvPr/>
          </p:nvSpPr>
          <p:spPr>
            <a:xfrm>
              <a:off x="6881588" y="3272992"/>
              <a:ext cx="1883221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 analysis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7D2C9876-9334-4530-9AD9-A1EF56616BFE}"/>
                </a:ext>
              </a:extLst>
            </p:cNvPr>
            <p:cNvSpPr/>
            <p:nvPr/>
          </p:nvSpPr>
          <p:spPr>
            <a:xfrm>
              <a:off x="4371923" y="2878179"/>
              <a:ext cx="1050888" cy="105088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689723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42D1D535-AD22-0D04-A847-8DCB47912F0A}"/>
              </a:ext>
            </a:extLst>
          </p:cNvPr>
          <p:cNvGrpSpPr/>
          <p:nvPr/>
        </p:nvGrpSpPr>
        <p:grpSpPr>
          <a:xfrm>
            <a:off x="-1032791" y="2004842"/>
            <a:ext cx="13069214" cy="8021503"/>
            <a:chOff x="1159645" y="588446"/>
            <a:chExt cx="9014690" cy="5532954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E3CE7A2-1906-18DF-77D5-8DE1267A96A6}"/>
                </a:ext>
              </a:extLst>
            </p:cNvPr>
            <p:cNvGrpSpPr/>
            <p:nvPr/>
          </p:nvGrpSpPr>
          <p:grpSpPr>
            <a:xfrm>
              <a:off x="1159645" y="736600"/>
              <a:ext cx="9014690" cy="5384800"/>
              <a:chOff x="164690" y="736600"/>
              <a:chExt cx="9014690" cy="538480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2ACCA119-C495-C444-93EA-55AE66C69F91}"/>
                  </a:ext>
                </a:extLst>
              </p:cNvPr>
              <p:cNvGrpSpPr/>
              <p:nvPr/>
            </p:nvGrpSpPr>
            <p:grpSpPr>
              <a:xfrm>
                <a:off x="4679186" y="736600"/>
                <a:ext cx="4500194" cy="5384800"/>
                <a:chOff x="756115" y="736600"/>
                <a:chExt cx="4500194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0586F6A2-47E9-869B-5D11-E89AA4E8F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6214"/>
                <a:stretch>
                  <a:fillRect/>
                </a:stretch>
              </p:blipFill>
              <p:spPr>
                <a:xfrm>
                  <a:off x="756115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D78E28A8-CBAE-8E12-87C2-EF0789FE3A0E}"/>
                    </a:ext>
                  </a:extLst>
                </p:cNvPr>
                <p:cNvSpPr txBox="1"/>
                <p:nvPr/>
              </p:nvSpPr>
              <p:spPr>
                <a:xfrm rot="16200000">
                  <a:off x="4315849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10A34C08-7311-544D-5973-9AB402154C3F}"/>
                  </a:ext>
                </a:extLst>
              </p:cNvPr>
              <p:cNvGrpSpPr/>
              <p:nvPr/>
            </p:nvGrpSpPr>
            <p:grpSpPr>
              <a:xfrm>
                <a:off x="164690" y="736600"/>
                <a:ext cx="4607221" cy="5384800"/>
                <a:chOff x="164690" y="736600"/>
                <a:chExt cx="4607221" cy="538480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A2D1F48D-CBD3-2916-AF73-E44F266169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418"/>
                <a:stretch>
                  <a:fillRect/>
                </a:stretch>
              </p:blipFill>
              <p:spPr>
                <a:xfrm>
                  <a:off x="164690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CA4F2CEF-D124-7C50-C512-4FF63DD178C5}"/>
                    </a:ext>
                  </a:extLst>
                </p:cNvPr>
                <p:cNvSpPr txBox="1"/>
                <p:nvPr/>
              </p:nvSpPr>
              <p:spPr>
                <a:xfrm rot="16200000">
                  <a:off x="3831451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C42F7D0-AC14-4CA7-FBE6-C631805DCD80}"/>
                </a:ext>
              </a:extLst>
            </p:cNvPr>
            <p:cNvSpPr txBox="1"/>
            <p:nvPr/>
          </p:nvSpPr>
          <p:spPr>
            <a:xfrm>
              <a:off x="1802966" y="588446"/>
              <a:ext cx="16347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(a) Unpolarized</a:t>
              </a:r>
              <a:endParaRPr lang="ja-JP" altLang="en-US" sz="261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B0A1FB-1D3C-116E-7808-256C36AD0A4C}"/>
                </a:ext>
              </a:extLst>
            </p:cNvPr>
            <p:cNvSpPr txBox="1"/>
            <p:nvPr/>
          </p:nvSpPr>
          <p:spPr>
            <a:xfrm>
              <a:off x="6335683" y="588446"/>
              <a:ext cx="13535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(b) Polarized</a:t>
              </a:r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3050197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B002AA5-582E-50E7-C34A-CA134B09A9B4}"/>
              </a:ext>
            </a:extLst>
          </p:cNvPr>
          <p:cNvGrpSpPr/>
          <p:nvPr/>
        </p:nvGrpSpPr>
        <p:grpSpPr>
          <a:xfrm>
            <a:off x="-461094" y="2480972"/>
            <a:ext cx="11518102" cy="5074171"/>
            <a:chOff x="1553980" y="916863"/>
            <a:chExt cx="7944787" cy="34999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45564A0-D3FD-6120-BED2-2955DF8A8369}"/>
                </a:ext>
              </a:extLst>
            </p:cNvPr>
            <p:cNvGrpSpPr/>
            <p:nvPr/>
          </p:nvGrpSpPr>
          <p:grpSpPr>
            <a:xfrm>
              <a:off x="1553980" y="1086787"/>
              <a:ext cx="7944787" cy="3330063"/>
              <a:chOff x="0" y="736600"/>
              <a:chExt cx="11142262" cy="4670287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F0FD4645-9695-1C81-6199-58D8ECF384C7}"/>
                  </a:ext>
                </a:extLst>
              </p:cNvPr>
              <p:cNvGrpSpPr/>
              <p:nvPr/>
            </p:nvGrpSpPr>
            <p:grpSpPr>
              <a:xfrm>
                <a:off x="0" y="736600"/>
                <a:ext cx="7533964" cy="4670287"/>
                <a:chOff x="257892" y="736600"/>
                <a:chExt cx="8686595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D7A567F1-CBE2-0F4A-06D1-019D2A01F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7887" y="736600"/>
                  <a:ext cx="4546600" cy="5384800"/>
                </a:xfrm>
                <a:prstGeom prst="rect">
                  <a:avLst/>
                </a:prstGeom>
              </p:spPr>
            </p:pic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0162F9A2-ED34-FD11-6B96-1A6CC51A2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7892" y="736600"/>
                  <a:ext cx="4508500" cy="5384800"/>
                </a:xfrm>
                <a:prstGeom prst="rect">
                  <a:avLst/>
                </a:prstGeom>
              </p:spPr>
            </p:pic>
          </p:grp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71CE6347-3762-3978-012C-EA7EB8575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3965" y="778330"/>
                <a:ext cx="3608297" cy="2164978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03534A5-D5DB-AEAF-AA2A-BCFFCE84A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964" y="3071743"/>
                <a:ext cx="3608297" cy="2164978"/>
              </a:xfrm>
              <a:prstGeom prst="rect">
                <a:avLst/>
              </a:prstGeom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333BE67-8CC6-69CB-3EF3-005B78833A5D}"/>
                  </a:ext>
                </a:extLst>
              </p:cNvPr>
              <p:cNvSpPr/>
              <p:nvPr/>
            </p:nvSpPr>
            <p:spPr>
              <a:xfrm>
                <a:off x="4452079" y="2338466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A7D940FB-1536-B793-58C6-208279359BE2}"/>
                  </a:ext>
                </a:extLst>
              </p:cNvPr>
              <p:cNvSpPr/>
              <p:nvPr/>
            </p:nvSpPr>
            <p:spPr>
              <a:xfrm>
                <a:off x="4452078" y="3314783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2DFAA1ED-773A-5FB9-9D6A-4BC6CE71F9B8}"/>
                </a:ext>
              </a:extLst>
            </p:cNvPr>
            <p:cNvSpPr txBox="1"/>
            <p:nvPr/>
          </p:nvSpPr>
          <p:spPr>
            <a:xfrm>
              <a:off x="1960500" y="916863"/>
              <a:ext cx="130224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(c) Unpolarized</a:t>
              </a:r>
              <a:endParaRPr lang="ja-JP" altLang="en-US" sz="203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A745A7D-5E8C-76BC-3750-6229C5183CA0}"/>
                </a:ext>
              </a:extLst>
            </p:cNvPr>
            <p:cNvSpPr txBox="1"/>
            <p:nvPr/>
          </p:nvSpPr>
          <p:spPr>
            <a:xfrm>
              <a:off x="4514360" y="916864"/>
              <a:ext cx="10831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(d) Polarized</a:t>
              </a:r>
              <a:endParaRPr lang="ja-JP" altLang="en-US" sz="203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E6B882B-4E26-D5FD-FBB7-995C228ECF13}"/>
                </a:ext>
              </a:extLst>
            </p:cNvPr>
            <p:cNvSpPr txBox="1"/>
            <p:nvPr/>
          </p:nvSpPr>
          <p:spPr>
            <a:xfrm>
              <a:off x="4649195" y="2212933"/>
              <a:ext cx="328612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</a:t>
              </a:r>
              <a:endParaRPr lang="ja-JP" altLang="en-US" sz="203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B3C1ECB-7840-8D07-2CDC-3DC06D38B274}"/>
                </a:ext>
              </a:extLst>
            </p:cNvPr>
            <p:cNvSpPr txBox="1"/>
            <p:nvPr/>
          </p:nvSpPr>
          <p:spPr>
            <a:xfrm>
              <a:off x="4637973" y="2906574"/>
              <a:ext cx="2912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</a:t>
              </a:r>
              <a:endParaRPr lang="ja-JP" altLang="en-US" sz="203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3724550-BA9F-9173-1C78-A0B04A2AAC00}"/>
                </a:ext>
              </a:extLst>
            </p:cNvPr>
            <p:cNvSpPr txBox="1"/>
            <p:nvPr/>
          </p:nvSpPr>
          <p:spPr>
            <a:xfrm>
              <a:off x="7053624" y="916865"/>
              <a:ext cx="980973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 Line cut</a:t>
              </a:r>
              <a:endParaRPr lang="ja-JP" altLang="en-US" sz="203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5347DB-1327-653D-F849-5E014A0F7996}"/>
                </a:ext>
              </a:extLst>
            </p:cNvPr>
            <p:cNvSpPr txBox="1"/>
            <p:nvPr/>
          </p:nvSpPr>
          <p:spPr>
            <a:xfrm>
              <a:off x="7053624" y="2575076"/>
              <a:ext cx="94364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 Line cut</a:t>
              </a:r>
              <a:endParaRPr lang="ja-JP" altLang="en-US" sz="2030"/>
            </a:p>
          </p:txBody>
        </p:sp>
      </p:grpSp>
    </p:spTree>
    <p:extLst>
      <p:ext uri="{BB962C8B-B14F-4D97-AF65-F5344CB8AC3E}">
        <p14:creationId xmlns:p14="http://schemas.microsoft.com/office/powerpoint/2010/main" val="2374087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2F2A-D2FC-3387-F198-C62ADFF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170DA2E-3C98-FB50-8D47-288C01BD41EB}"/>
              </a:ext>
            </a:extLst>
          </p:cNvPr>
          <p:cNvGrpSpPr/>
          <p:nvPr/>
        </p:nvGrpSpPr>
        <p:grpSpPr>
          <a:xfrm>
            <a:off x="1229517" y="6784289"/>
            <a:ext cx="11518102" cy="4827821"/>
            <a:chOff x="0" y="736600"/>
            <a:chExt cx="11142262" cy="467028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7F8A326-289E-4195-BDA3-0966C384FDCF}"/>
                </a:ext>
              </a:extLst>
            </p:cNvPr>
            <p:cNvGrpSpPr/>
            <p:nvPr/>
          </p:nvGrpSpPr>
          <p:grpSpPr>
            <a:xfrm>
              <a:off x="0" y="736600"/>
              <a:ext cx="7533964" cy="4670287"/>
              <a:chOff x="257892" y="736600"/>
              <a:chExt cx="8686595" cy="538480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95A87911-F7D3-F11A-3D2F-6818B02FC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7887" y="736600"/>
                <a:ext cx="4546600" cy="5384800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E77ADE8C-992C-9C3C-E640-60EC3BA06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92" y="736600"/>
                <a:ext cx="4508500" cy="5384800"/>
              </a:xfrm>
              <a:prstGeom prst="rect">
                <a:avLst/>
              </a:prstGeom>
            </p:spPr>
          </p:pic>
        </p:grp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00F5C4B-867B-25FA-2260-D0BFDF4D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3965" y="778330"/>
              <a:ext cx="3608297" cy="2164978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8FCB9B5-6AE8-50AC-E2C8-2594E4853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33964" y="3071743"/>
              <a:ext cx="3608297" cy="2164978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5458AC2-3ABA-5B84-662A-92A0747C8EED}"/>
                </a:ext>
              </a:extLst>
            </p:cNvPr>
            <p:cNvSpPr/>
            <p:nvPr/>
          </p:nvSpPr>
          <p:spPr>
            <a:xfrm>
              <a:off x="4452079" y="2338466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0F3FBB3-A440-79C3-15EC-C0BFF9921CFB}"/>
                </a:ext>
              </a:extLst>
            </p:cNvPr>
            <p:cNvSpPr/>
            <p:nvPr/>
          </p:nvSpPr>
          <p:spPr>
            <a:xfrm>
              <a:off x="4452078" y="3314783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D8502CA-BDC5-2F19-B9BE-B9E374BE9AB7}"/>
              </a:ext>
            </a:extLst>
          </p:cNvPr>
          <p:cNvGrpSpPr/>
          <p:nvPr/>
        </p:nvGrpSpPr>
        <p:grpSpPr>
          <a:xfrm>
            <a:off x="8561577" y="1845298"/>
            <a:ext cx="4073462" cy="4554449"/>
            <a:chOff x="164690" y="736600"/>
            <a:chExt cx="4723246" cy="53848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16E73E6-9CD7-C109-1E05-D327B080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5418"/>
            <a:stretch>
              <a:fillRect/>
            </a:stretch>
          </p:blipFill>
          <p:spPr>
            <a:xfrm>
              <a:off x="164690" y="736600"/>
              <a:ext cx="4252191" cy="5384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C34EB1C-2618-DDC3-960C-D6F3EBB14401}"/>
                </a:ext>
              </a:extLst>
            </p:cNvPr>
            <p:cNvSpPr txBox="1"/>
            <p:nvPr/>
          </p:nvSpPr>
          <p:spPr>
            <a:xfrm rot="16200000">
              <a:off x="3281538" y="3142613"/>
              <a:ext cx="2640017" cy="572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Intensity (</a:t>
              </a:r>
              <a:r>
                <a:rPr lang="en-US" altLang="ja-JP" sz="2610" dirty="0" err="1"/>
                <a:t>a.u</a:t>
              </a:r>
              <a:r>
                <a:rPr lang="en-US" altLang="ja-JP" sz="2610" dirty="0"/>
                <a:t>.)</a:t>
              </a:r>
              <a:endParaRPr lang="ja-JP" altLang="en-US" sz="261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512CD46-FF4D-8676-8412-CCA018F252F3}"/>
              </a:ext>
            </a:extLst>
          </p:cNvPr>
          <p:cNvGrpSpPr/>
          <p:nvPr/>
        </p:nvGrpSpPr>
        <p:grpSpPr>
          <a:xfrm>
            <a:off x="1412130" y="1259995"/>
            <a:ext cx="5931849" cy="5725050"/>
            <a:chOff x="2083505" y="451104"/>
            <a:chExt cx="6286500" cy="612038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AD5A1E95-7F93-F356-15B5-031523FE3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7F33C16-87F4-96E7-8418-A19A84B12D78}"/>
                </a:ext>
              </a:extLst>
            </p:cNvPr>
            <p:cNvSpPr txBox="1"/>
            <p:nvPr/>
          </p:nvSpPr>
          <p:spPr>
            <a:xfrm>
              <a:off x="3714702" y="712178"/>
              <a:ext cx="2665824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2753202-460A-BABD-9943-F7A797C809FE}"/>
                </a:ext>
              </a:extLst>
            </p:cNvPr>
            <p:cNvSpPr txBox="1"/>
            <p:nvPr/>
          </p:nvSpPr>
          <p:spPr>
            <a:xfrm>
              <a:off x="2303781" y="2741028"/>
              <a:ext cx="2687910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2A08713-167F-999F-1A0E-9F47836B19E0}"/>
                </a:ext>
              </a:extLst>
            </p:cNvPr>
            <p:cNvSpPr txBox="1"/>
            <p:nvPr/>
          </p:nvSpPr>
          <p:spPr>
            <a:xfrm>
              <a:off x="4641758" y="1603511"/>
              <a:ext cx="3236635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E3478A0-F280-2F84-E120-68C869D52FE0}"/>
                </a:ext>
              </a:extLst>
            </p:cNvPr>
            <p:cNvSpPr txBox="1"/>
            <p:nvPr/>
          </p:nvSpPr>
          <p:spPr>
            <a:xfrm>
              <a:off x="3421619" y="4287615"/>
              <a:ext cx="2215631" cy="1052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DC7FA5D-C44E-AC1D-30F5-600404E2E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99483B08-35A1-D3FC-32F8-7E60B274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23749461-0698-946D-2DA2-E3007BE79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D356E5F-5932-01A1-A741-9705949B73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7385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7276-654F-FBE0-21D1-4DE7F4B7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AA7F14-74DB-F129-D2F7-724EE096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06" y="1525913"/>
            <a:ext cx="8748698" cy="52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98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291EF65-A34E-20BC-79ED-E3124D9B1CB7}"/>
              </a:ext>
            </a:extLst>
          </p:cNvPr>
          <p:cNvGrpSpPr/>
          <p:nvPr/>
        </p:nvGrpSpPr>
        <p:grpSpPr>
          <a:xfrm>
            <a:off x="-2492359" y="2198018"/>
            <a:ext cx="16775765" cy="5570150"/>
            <a:chOff x="152886" y="721693"/>
            <a:chExt cx="11571340" cy="384209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FFDABD2-9076-7AA4-0088-675593EA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968" y="721693"/>
              <a:ext cx="5515132" cy="3819459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3A06580-1DE3-B340-A32E-1ACD6564D72E}"/>
                </a:ext>
              </a:extLst>
            </p:cNvPr>
            <p:cNvSpPr txBox="1"/>
            <p:nvPr/>
          </p:nvSpPr>
          <p:spPr>
            <a:xfrm rot="16200000">
              <a:off x="-289082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91D8EBFC-BD9E-F97A-4404-1982070C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09094" y="721693"/>
              <a:ext cx="5515132" cy="3842096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EB4ACBC-614D-BB1B-32E5-C4A7435B35BB}"/>
                </a:ext>
              </a:extLst>
            </p:cNvPr>
            <p:cNvSpPr txBox="1"/>
            <p:nvPr/>
          </p:nvSpPr>
          <p:spPr>
            <a:xfrm rot="16200000">
              <a:off x="5548417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</p:grpSp>
    </p:spTree>
    <p:extLst>
      <p:ext uri="{BB962C8B-B14F-4D97-AF65-F5344CB8AC3E}">
        <p14:creationId xmlns:p14="http://schemas.microsoft.com/office/powerpoint/2010/main" val="1272400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75EB5F3-1470-08C1-202C-FA869B156C0B}"/>
              </a:ext>
            </a:extLst>
          </p:cNvPr>
          <p:cNvGrpSpPr/>
          <p:nvPr/>
        </p:nvGrpSpPr>
        <p:grpSpPr>
          <a:xfrm>
            <a:off x="-1318567" y="2535337"/>
            <a:ext cx="14024178" cy="7569523"/>
            <a:chOff x="962525" y="954363"/>
            <a:chExt cx="9673391" cy="5221194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1DD64DFB-B178-B8DE-0BD4-72A50849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82" t="3366" r="9137" b="4237"/>
            <a:stretch>
              <a:fillRect/>
            </a:stretch>
          </p:blipFill>
          <p:spPr>
            <a:xfrm>
              <a:off x="962525" y="1090937"/>
              <a:ext cx="4788569" cy="5069231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116146B8-A8A0-D4A6-D139-C096CE213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74" t="3366" r="8845" b="4238"/>
            <a:stretch>
              <a:fillRect/>
            </a:stretch>
          </p:blipFill>
          <p:spPr>
            <a:xfrm>
              <a:off x="5847347" y="1106326"/>
              <a:ext cx="4788569" cy="5069231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C5A9531-CCA3-3088-8B7D-52B5ABB099BC}"/>
                </a:ext>
              </a:extLst>
            </p:cNvPr>
            <p:cNvSpPr txBox="1"/>
            <p:nvPr/>
          </p:nvSpPr>
          <p:spPr>
            <a:xfrm>
              <a:off x="2622731" y="954363"/>
              <a:ext cx="1949426" cy="433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(a) Raw data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096C41-459B-0B47-B0E7-C28925B6FF36}"/>
                </a:ext>
              </a:extLst>
            </p:cNvPr>
            <p:cNvSpPr txBox="1"/>
            <p:nvPr/>
          </p:nvSpPr>
          <p:spPr>
            <a:xfrm>
              <a:off x="7139755" y="954363"/>
              <a:ext cx="2750203" cy="433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(b) Corrected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3396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F97BDA3-19A6-693F-2CB2-57FC1652B3A6}"/>
              </a:ext>
            </a:extLst>
          </p:cNvPr>
          <p:cNvGrpSpPr/>
          <p:nvPr/>
        </p:nvGrpSpPr>
        <p:grpSpPr>
          <a:xfrm>
            <a:off x="200767" y="1046377"/>
            <a:ext cx="10774849" cy="10797917"/>
            <a:chOff x="2010508" y="143902"/>
            <a:chExt cx="7432117" cy="7448028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9C1DD5E-2280-9B2C-2442-9482A8BF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8" y="465883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6CFDDE24-89E3-520B-C5EB-B168632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3" y="467366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AE275A8-B4E5-17EB-9194-86CB1D401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48" t="11201" r="9674"/>
            <a:stretch>
              <a:fillRect/>
            </a:stretch>
          </p:blipFill>
          <p:spPr>
            <a:xfrm>
              <a:off x="2425303" y="3449968"/>
              <a:ext cx="6660639" cy="414196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/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Non-spin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blipFill>
                  <a:blip r:embed="rId6"/>
                  <a:stretch>
                    <a:fillRect l="-3383" t="-10000" r="-225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/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blipFill>
                  <a:blip r:embed="rId7"/>
                  <a:stretch>
                    <a:fillRect l="-4225" t="-10000" r="-328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C72D8A1-D5E2-9455-A740-59097D2468C0}"/>
                </a:ext>
              </a:extLst>
            </p:cNvPr>
            <p:cNvSpPr/>
            <p:nvPr/>
          </p:nvSpPr>
          <p:spPr>
            <a:xfrm>
              <a:off x="3566807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6EF55E3-22CF-52E3-D395-3E80FF3011BC}"/>
                </a:ext>
              </a:extLst>
            </p:cNvPr>
            <p:cNvSpPr/>
            <p:nvPr/>
          </p:nvSpPr>
          <p:spPr>
            <a:xfrm>
              <a:off x="7405269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2E23A09-9878-AB61-A1CD-F583BF69BCA4}"/>
                </a:ext>
              </a:extLst>
            </p:cNvPr>
            <p:cNvCxnSpPr>
              <a:cxnSpLocks/>
            </p:cNvCxnSpPr>
            <p:nvPr/>
          </p:nvCxnSpPr>
          <p:spPr>
            <a:xfrm>
              <a:off x="4055706" y="1951382"/>
              <a:ext cx="1480390" cy="2133284"/>
            </a:xfrm>
            <a:prstGeom prst="line">
              <a:avLst/>
            </a:prstGeom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72C73BED-D062-7828-7211-9A14BA85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4705" y="1951299"/>
              <a:ext cx="1099785" cy="4872479"/>
            </a:xfrm>
            <a:prstGeom prst="line">
              <a:avLst/>
            </a:prstGeom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D5EE587-C638-B6A3-6D45-66F6FA98A752}"/>
                </a:ext>
              </a:extLst>
            </p:cNvPr>
            <p:cNvSpPr txBox="1"/>
            <p:nvPr/>
          </p:nvSpPr>
          <p:spPr>
            <a:xfrm>
              <a:off x="3729848" y="3482503"/>
              <a:ext cx="39716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5742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28A2-A226-A454-7DA8-A9A1886D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FDADA8C-7C87-57BD-D7B0-1F95E40E9B52}"/>
              </a:ext>
            </a:extLst>
          </p:cNvPr>
          <p:cNvGrpSpPr/>
          <p:nvPr/>
        </p:nvGrpSpPr>
        <p:grpSpPr>
          <a:xfrm>
            <a:off x="200767" y="1046378"/>
            <a:ext cx="10774849" cy="11181779"/>
            <a:chOff x="2010509" y="-72670"/>
            <a:chExt cx="7432117" cy="7712803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D9072048-C9EB-747F-139B-FA1CE950A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9" y="249311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3F5EAE98-B320-3BE7-21FC-A0FE5B83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4" y="250794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80121E04-ED4F-A3C3-E408-270A44399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95" t="11201" r="9674"/>
            <a:stretch>
              <a:fillRect/>
            </a:stretch>
          </p:blipFill>
          <p:spPr>
            <a:xfrm>
              <a:off x="2662148" y="3498171"/>
              <a:ext cx="6423796" cy="414196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156687BF-56EB-B552-12D1-DE452506BB49}"/>
                    </a:ext>
                  </a:extLst>
                </p:cNvPr>
                <p:cNvSpPr txBox="1"/>
                <p:nvPr/>
              </p:nvSpPr>
              <p:spPr>
                <a:xfrm>
                  <a:off x="2662148" y="-72670"/>
                  <a:ext cx="2324748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Non-spin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156687BF-56EB-B552-12D1-DE452506B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148" y="-72670"/>
                  <a:ext cx="2324748" cy="340731"/>
                </a:xfrm>
                <a:prstGeom prst="rect">
                  <a:avLst/>
                </a:prstGeom>
                <a:blipFill>
                  <a:blip r:embed="rId6"/>
                  <a:stretch>
                    <a:fillRect l="-3383" t="-10000" r="-225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C90B1FE2-3269-BC8B-7A4E-BFCF6986703D}"/>
                    </a:ext>
                  </a:extLst>
                </p:cNvPr>
                <p:cNvSpPr txBox="1"/>
                <p:nvPr/>
              </p:nvSpPr>
              <p:spPr>
                <a:xfrm>
                  <a:off x="6639952" y="-72670"/>
                  <a:ext cx="1862567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C90B1FE2-3269-BC8B-7A4E-BFCF698670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952" y="-72670"/>
                  <a:ext cx="1862567" cy="340731"/>
                </a:xfrm>
                <a:prstGeom prst="rect">
                  <a:avLst/>
                </a:prstGeom>
                <a:blipFill>
                  <a:blip r:embed="rId7"/>
                  <a:stretch>
                    <a:fillRect l="-4225" t="-10000" r="-328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B38B980-5ABA-ACBF-0EB8-C795D0BF6844}"/>
                </a:ext>
              </a:extLst>
            </p:cNvPr>
            <p:cNvSpPr/>
            <p:nvPr/>
          </p:nvSpPr>
          <p:spPr>
            <a:xfrm>
              <a:off x="3566808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7E6A1FF-1EE6-4BB3-A5F4-9409D9B027FF}"/>
                </a:ext>
              </a:extLst>
            </p:cNvPr>
            <p:cNvSpPr/>
            <p:nvPr/>
          </p:nvSpPr>
          <p:spPr>
            <a:xfrm>
              <a:off x="7405270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344B23E-4F9B-FBE2-E65E-457D9072EE78}"/>
                </a:ext>
              </a:extLst>
            </p:cNvPr>
            <p:cNvSpPr txBox="1"/>
            <p:nvPr/>
          </p:nvSpPr>
          <p:spPr>
            <a:xfrm>
              <a:off x="3113460" y="3176247"/>
              <a:ext cx="5521173" cy="340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  X-direction line profile (</a:t>
              </a:r>
              <a:r>
                <a:rPr lang="en-US" altLang="ja-JP" sz="2610" dirty="0" err="1">
                  <a:latin typeface="Helvetica" pitchFamily="2" charset="0"/>
                </a:rPr>
                <a:t>dased</a:t>
              </a:r>
              <a:r>
                <a:rPr lang="en-US" altLang="ja-JP" sz="2610" dirty="0">
                  <a:latin typeface="Helvetica" pitchFamily="2" charset="0"/>
                </a:rPr>
                <a:t> region in (a),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B66C555E-8E12-9C0E-B03A-77A59DFB9DE7}"/>
                </a:ext>
              </a:extLst>
            </p:cNvPr>
            <p:cNvSpPr txBox="1"/>
            <p:nvPr/>
          </p:nvSpPr>
          <p:spPr>
            <a:xfrm rot="16200000">
              <a:off x="562768" y="5302226"/>
              <a:ext cx="3860205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Integrated intensity (y pixels 27-35) (</a:t>
              </a:r>
              <a:r>
                <a:rPr lang="en-US" altLang="ja-JP" sz="2320" dirty="0" err="1">
                  <a:latin typeface="Helvetica" pitchFamily="2" charset="0"/>
                </a:rPr>
                <a:t>a.u</a:t>
              </a:r>
              <a:r>
                <a:rPr lang="en-US" altLang="ja-JP" sz="2320" dirty="0">
                  <a:latin typeface="Helvetica" pitchFamily="2" charset="0"/>
                </a:rPr>
                <a:t>.)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050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EF2B-C44D-B60C-8BE5-EF15F2C6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CA0CECF-4DA4-54D8-91A0-697A0E5B48E2}"/>
              </a:ext>
            </a:extLst>
          </p:cNvPr>
          <p:cNvGrpSpPr/>
          <p:nvPr/>
        </p:nvGrpSpPr>
        <p:grpSpPr>
          <a:xfrm>
            <a:off x="-62527" y="1513176"/>
            <a:ext cx="11038142" cy="10313265"/>
            <a:chOff x="1828899" y="249311"/>
            <a:chExt cx="7613727" cy="7113732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58D6E39D-59AB-5A3B-79BE-E888BA9EC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9" y="249311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B4CAF6F7-1A9B-942F-54BD-C4E8D5AEE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4" y="250794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A2477CFA-7071-73E3-E470-166892D32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95" t="11201" r="9674"/>
            <a:stretch>
              <a:fillRect/>
            </a:stretch>
          </p:blipFill>
          <p:spPr>
            <a:xfrm>
              <a:off x="2662148" y="3221081"/>
              <a:ext cx="6423796" cy="4141962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DCE10FF-6884-4BD0-D432-4B55CEA0C09B}"/>
                </a:ext>
              </a:extLst>
            </p:cNvPr>
            <p:cNvSpPr txBox="1"/>
            <p:nvPr/>
          </p:nvSpPr>
          <p:spPr>
            <a:xfrm>
              <a:off x="1828899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(a)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DF60A8F-E27C-E33B-D2D6-315BCEFD6060}"/>
                </a:ext>
              </a:extLst>
            </p:cNvPr>
            <p:cNvSpPr txBox="1"/>
            <p:nvPr/>
          </p:nvSpPr>
          <p:spPr>
            <a:xfrm>
              <a:off x="5573145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(b)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3599D03-6928-B4EF-1C1D-7C2A14209456}"/>
                </a:ext>
              </a:extLst>
            </p:cNvPr>
            <p:cNvSpPr/>
            <p:nvPr/>
          </p:nvSpPr>
          <p:spPr>
            <a:xfrm>
              <a:off x="3566808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C7FE79A-5EC3-0317-1853-67802E9D2329}"/>
                </a:ext>
              </a:extLst>
            </p:cNvPr>
            <p:cNvSpPr/>
            <p:nvPr/>
          </p:nvSpPr>
          <p:spPr>
            <a:xfrm>
              <a:off x="7405270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F6AC6BF-4188-CB0E-B176-63CDACFC61B7}"/>
                </a:ext>
              </a:extLst>
            </p:cNvPr>
            <p:cNvSpPr txBox="1"/>
            <p:nvPr/>
          </p:nvSpPr>
          <p:spPr>
            <a:xfrm>
              <a:off x="1835622" y="3186388"/>
              <a:ext cx="453348" cy="340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883139B1-FE38-6D23-5824-BDE08E8C5C72}"/>
                </a:ext>
              </a:extLst>
            </p:cNvPr>
            <p:cNvSpPr txBox="1"/>
            <p:nvPr/>
          </p:nvSpPr>
          <p:spPr>
            <a:xfrm rot="16200000">
              <a:off x="562768" y="5137087"/>
              <a:ext cx="3860205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Integrated intensity (y pixels 27-35) (</a:t>
              </a:r>
              <a:r>
                <a:rPr lang="en-US" altLang="ja-JP" sz="2320" dirty="0" err="1">
                  <a:latin typeface="Helvetica" pitchFamily="2" charset="0"/>
                </a:rPr>
                <a:t>a.u</a:t>
              </a:r>
              <a:r>
                <a:rPr lang="en-US" altLang="ja-JP" sz="2320" dirty="0">
                  <a:latin typeface="Helvetica" pitchFamily="2" charset="0"/>
                </a:rPr>
                <a:t>.)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9902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2956434-F4AD-73E7-83E7-303AD421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14008" y="-2880236"/>
            <a:ext cx="17484539" cy="8006164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A4C2295-FA6E-938C-5A43-C54A3AE2C67F}"/>
              </a:ext>
            </a:extLst>
          </p:cNvPr>
          <p:cNvGrpSpPr/>
          <p:nvPr/>
        </p:nvGrpSpPr>
        <p:grpSpPr>
          <a:xfrm>
            <a:off x="-1385170" y="5246570"/>
            <a:ext cx="6698551" cy="4838617"/>
            <a:chOff x="916585" y="2824477"/>
            <a:chExt cx="4620428" cy="3337511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841A415-9029-1BBF-81F4-332984EE007D}"/>
                </a:ext>
              </a:extLst>
            </p:cNvPr>
            <p:cNvGrpSpPr/>
            <p:nvPr/>
          </p:nvGrpSpPr>
          <p:grpSpPr>
            <a:xfrm>
              <a:off x="916585" y="2824477"/>
              <a:ext cx="4620428" cy="3337511"/>
              <a:chOff x="916585" y="2824477"/>
              <a:chExt cx="4620428" cy="3337511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3A6BD201-8408-1A10-31E1-BA261DD6D1C5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B59A469-FF2C-3C28-E323-3A4C793E4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084BEF8C-965B-BB3D-BF2C-1F0FC44E0E2B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5A997123-CE8D-CF14-FB0D-A6BAA1DAE86C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E2954F77-961A-79CA-B281-7F4651842A96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134C860-0A01-497F-9750-C4F5580AA2C8}"/>
                  </a:ext>
                </a:extLst>
              </p:cNvPr>
              <p:cNvSpPr txBox="1"/>
              <p:nvPr/>
            </p:nvSpPr>
            <p:spPr>
              <a:xfrm>
                <a:off x="4143405" y="5673273"/>
                <a:ext cx="1212043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(0,0,</a:t>
                </a:r>
                <a:r>
                  <a:rPr lang="en-US" altLang="ja-JP" sz="2320" i="1" dirty="0">
                    <a:latin typeface="Helvetica" pitchFamily="2" charset="0"/>
                  </a:rPr>
                  <a:t>L</a:t>
                </a:r>
                <a:r>
                  <a:rPr lang="en-US" altLang="ja-JP" sz="2320" dirty="0">
                    <a:latin typeface="Helvetica" pitchFamily="2" charset="0"/>
                  </a:rPr>
                  <a:t>) || y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F4AE890-1596-10EE-A278-1AB5130AAFDA}"/>
                  </a:ext>
                </a:extLst>
              </p:cNvPr>
              <p:cNvSpPr txBox="1"/>
              <p:nvPr/>
            </p:nvSpPr>
            <p:spPr>
              <a:xfrm>
                <a:off x="990809" y="2824477"/>
                <a:ext cx="1550657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(0,-</a:t>
                </a:r>
                <a:r>
                  <a:rPr lang="en-US" altLang="ja-JP" sz="2320" i="1" dirty="0">
                    <a:latin typeface="Helvetica" pitchFamily="2" charset="0"/>
                  </a:rPr>
                  <a:t>K+</a:t>
                </a:r>
                <a:r>
                  <a:rPr lang="en-US" altLang="ja-JP" sz="2320" dirty="0">
                    <a:latin typeface="Helvetica" pitchFamily="2" charset="0"/>
                  </a:rPr>
                  <a:t>2</a:t>
                </a:r>
                <a:r>
                  <a:rPr lang="en-US" altLang="ja-JP" sz="2320" i="1" dirty="0">
                    <a:latin typeface="Helvetica" pitchFamily="2" charset="0"/>
                  </a:rPr>
                  <a:t>K</a:t>
                </a:r>
                <a:r>
                  <a:rPr lang="en-US" altLang="ja-JP" sz="2320" dirty="0">
                    <a:latin typeface="Helvetica" pitchFamily="2" charset="0"/>
                  </a:rPr>
                  <a:t>,</a:t>
                </a:r>
                <a:r>
                  <a:rPr lang="en-US" altLang="ja-JP" sz="2320" i="1" dirty="0">
                    <a:latin typeface="Helvetica" pitchFamily="2" charset="0"/>
                  </a:rPr>
                  <a:t>0</a:t>
                </a:r>
                <a:r>
                  <a:rPr lang="en-US" altLang="ja-JP" sz="2320" dirty="0">
                    <a:latin typeface="Helvetica" pitchFamily="2" charset="0"/>
                  </a:rPr>
                  <a:t>) || z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/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514B61E-E358-F340-19FA-79A5FD3C47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ABDD187E-D463-8BC9-495C-32B4E088B9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4799" y="5029794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A537DF1-FD21-089B-0825-983EA58A55BF}"/>
                  </a:ext>
                </a:extLst>
              </p:cNvPr>
              <p:cNvSpPr txBox="1"/>
              <p:nvPr/>
            </p:nvSpPr>
            <p:spPr>
              <a:xfrm>
                <a:off x="3186249" y="3779017"/>
                <a:ext cx="2350764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(c),(e)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B5D8524-0747-92A3-D6DA-E0D175D8A8C7}"/>
                  </a:ext>
                </a:extLst>
              </p:cNvPr>
              <p:cNvSpPr txBox="1"/>
              <p:nvPr/>
            </p:nvSpPr>
            <p:spPr>
              <a:xfrm>
                <a:off x="2398662" y="3369534"/>
                <a:ext cx="2350765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(b),(d)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26DDE9B4-31BD-6525-FC57-05C9A2FF6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84" y="4431700"/>
                <a:ext cx="75688" cy="2224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A3CA9EF-3DB8-6B73-DCAF-9C0E19CD75D3}"/>
                  </a:ext>
                </a:extLst>
              </p:cNvPr>
              <p:cNvSpPr txBox="1"/>
              <p:nvPr/>
            </p:nvSpPr>
            <p:spPr>
              <a:xfrm>
                <a:off x="1755598" y="4019929"/>
                <a:ext cx="1337420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(-</a:t>
                </a:r>
                <a:r>
                  <a:rPr lang="en-US" altLang="ja-JP" sz="2320" i="1" dirty="0">
                    <a:latin typeface="Helvetica" pitchFamily="2" charset="0"/>
                  </a:rPr>
                  <a:t>H</a:t>
                </a:r>
                <a:r>
                  <a:rPr lang="en-US" altLang="ja-JP" sz="2320" dirty="0">
                    <a:latin typeface="Helvetica" pitchFamily="2" charset="0"/>
                  </a:rPr>
                  <a:t>,0,0) || -x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28EF781-47B5-E830-D4C8-AD86A6B98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8199FC2C-8197-A56D-1EF0-3ACED570D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blipFill>
                  <a:blip r:embed="rId8"/>
                  <a:stretch>
                    <a:fillRect l="-465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/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blipFill>
                  <a:blip r:embed="rId9"/>
                  <a:stretch>
                    <a:fillRect l="-2326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1600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5ADC-AED5-5BB4-CF21-1BBAECFB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2CD759C-641C-027C-0F09-29A89EB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839" y="2576581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5EEC484-BE05-B870-7F55-36B6B12E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838" y="6122988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FCB4F2B8-2F45-DD97-192E-C27A273D5A5E}"/>
              </a:ext>
            </a:extLst>
          </p:cNvPr>
          <p:cNvCxnSpPr>
            <a:cxnSpLocks/>
          </p:cNvCxnSpPr>
          <p:nvPr/>
        </p:nvCxnSpPr>
        <p:spPr>
          <a:xfrm>
            <a:off x="2604955" y="6287791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321B35E9-2D76-5AB2-7B31-3E424C95A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999" y="265024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03D36B3D-448B-D217-532E-382E56301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999" y="6384869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7525E93-F008-BDB1-8530-16A4690BFC00}"/>
              </a:ext>
            </a:extLst>
          </p:cNvPr>
          <p:cNvGrpSpPr/>
          <p:nvPr/>
        </p:nvGrpSpPr>
        <p:grpSpPr>
          <a:xfrm>
            <a:off x="-2820978" y="3773003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30B4CE95-D8F3-A976-21AF-69ED506F86CA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E84B07B-B875-9E3D-181C-5D73A1A9221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21A930DB-E4A4-822F-7725-166116692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569D253E-6065-5A9E-C550-4B76EA35AE51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D80E0E39-C539-27D2-C8C3-B9431ABBEB16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5A1EC703-02F2-7DFC-412C-35DC2E46E13E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" r="-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0E62998-5ECE-0A53-FE8C-09BB7ABB4BEB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AF4320C-591D-16A0-5CFC-1FF5056751EE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(0,-</a:t>
                </a:r>
                <a:r>
                  <a:rPr lang="en-US" altLang="ja-JP" sz="2030" i="1" dirty="0">
                    <a:latin typeface="Helvetica" pitchFamily="2" charset="0"/>
                  </a:rPr>
                  <a:t>H+</a:t>
                </a:r>
                <a:r>
                  <a:rPr lang="en-US" altLang="ja-JP" sz="2030" dirty="0">
                    <a:latin typeface="Helvetica" pitchFamily="2" charset="0"/>
                  </a:rPr>
                  <a:t>2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604F6D2F-F1A3-84BD-2152-C449499F5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8E4AD2E-ED27-5A38-464C-35817988248E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25D0067-DD63-EA29-E6CC-BCDD16D68569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202A6E5-CECE-7EA1-D634-A565D058C301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658122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H-K/2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06DCB33-79B4-AF75-AC21-1FF23C7A63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0F2A5A92-12B0-1872-2AAB-6C4515BFF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128" r="-7692" b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7500" r="-2500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191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6064-F046-2E01-6020-1C473078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BBE6E3E-1E68-6648-8B0F-091E0ED4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881" y="6323170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A5C8-7F08-B486-CB37-F29776670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838" y="2581559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3FF5A20E-9046-95CB-E51E-71F8B5D2F258}"/>
              </a:ext>
            </a:extLst>
          </p:cNvPr>
          <p:cNvCxnSpPr>
            <a:cxnSpLocks/>
          </p:cNvCxnSpPr>
          <p:nvPr/>
        </p:nvCxnSpPr>
        <p:spPr>
          <a:xfrm>
            <a:off x="2711925" y="6219101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5E3A844B-67C6-0CB0-F76F-13447DDB4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969" y="258155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6717B13D-2E1D-8DC3-978C-B8C04120E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968" y="6470836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03B6EE4C-3742-CDCC-35F5-C6EE0A9D8BCB}"/>
              </a:ext>
            </a:extLst>
          </p:cNvPr>
          <p:cNvGrpSpPr/>
          <p:nvPr/>
        </p:nvGrpSpPr>
        <p:grpSpPr>
          <a:xfrm>
            <a:off x="-2714008" y="3704312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9AD14D69-BA25-1103-EE8C-7C0B29B00F99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77F155B2-3EAF-3B42-7162-2F5CEB3322A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581266B-B243-7D57-9BC6-B95EA2935A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B9ACFC03-6E12-37A3-DB23-339E27970846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45FB3FF5-3428-575D-CC62-6D9965AAE577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C06F1C67-66E2-F2D0-B981-C797F51B2409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90" r="-339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2F8C69A-5938-2C87-0CAB-15B13E09B7B7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45FA802-A275-16FE-BEBE-B7F90CBB2884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/2,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A59189D-3F67-960D-48FF-97D37CC4E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64D5602-BB22-2BC0-EEF9-C7F7873AD913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A9C8317-B289-E45E-2B54-91EA95936842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78989B6-9C45-FDB8-DD5C-F81211B48D2A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252736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A60ADD8-F22D-49F1-617D-B7A84488F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B6EBE5CE-B585-1304-7932-FB48A62D5C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128" r="-769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9678B9-2C36-E23E-B8CE-2189B5F8CF47}"/>
              </a:ext>
            </a:extLst>
          </p:cNvPr>
          <p:cNvSpPr/>
          <p:nvPr/>
        </p:nvSpPr>
        <p:spPr>
          <a:xfrm>
            <a:off x="6738643" y="3356323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14929C-0DA5-00F2-C1E9-421953772B48}"/>
              </a:ext>
            </a:extLst>
          </p:cNvPr>
          <p:cNvSpPr/>
          <p:nvPr/>
        </p:nvSpPr>
        <p:spPr>
          <a:xfrm>
            <a:off x="6738643" y="4100838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34F42D-12EA-9EBF-AB42-1526A5DD2D17}"/>
              </a:ext>
            </a:extLst>
          </p:cNvPr>
          <p:cNvSpPr txBox="1"/>
          <p:nvPr/>
        </p:nvSpPr>
        <p:spPr>
          <a:xfrm>
            <a:off x="-3795686" y="3196643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(a)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970054-5BF2-AB4B-192D-DD436B359141}"/>
              </a:ext>
            </a:extLst>
          </p:cNvPr>
          <p:cNvSpPr txBox="1"/>
          <p:nvPr/>
        </p:nvSpPr>
        <p:spPr>
          <a:xfrm>
            <a:off x="6510842" y="2200508"/>
            <a:ext cx="6174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(c)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7B5BB2-882C-6343-CCFF-88A57134F63F}"/>
              </a:ext>
            </a:extLst>
          </p:cNvPr>
          <p:cNvSpPr txBox="1"/>
          <p:nvPr/>
        </p:nvSpPr>
        <p:spPr>
          <a:xfrm>
            <a:off x="8134826" y="2983891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0C8524-6F0A-55D5-82E3-0C8F1308D075}"/>
              </a:ext>
            </a:extLst>
          </p:cNvPr>
          <p:cNvSpPr txBox="1"/>
          <p:nvPr/>
        </p:nvSpPr>
        <p:spPr>
          <a:xfrm>
            <a:off x="8134825" y="3844668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5E7B33-EA7D-9238-476C-4A707376BB74}"/>
              </a:ext>
            </a:extLst>
          </p:cNvPr>
          <p:cNvSpPr txBox="1"/>
          <p:nvPr/>
        </p:nvSpPr>
        <p:spPr>
          <a:xfrm>
            <a:off x="10727886" y="2208340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A9E60B-6770-1FD3-E171-28C8FDE90160}"/>
              </a:ext>
            </a:extLst>
          </p:cNvPr>
          <p:cNvSpPr txBox="1"/>
          <p:nvPr/>
        </p:nvSpPr>
        <p:spPr>
          <a:xfrm>
            <a:off x="10675595" y="5728749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94F3CA-52A0-4662-FB5C-886B950EF265}"/>
              </a:ext>
            </a:extLst>
          </p:cNvPr>
          <p:cNvSpPr txBox="1"/>
          <p:nvPr/>
        </p:nvSpPr>
        <p:spPr>
          <a:xfrm>
            <a:off x="6510840" y="6133839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(e)</a:t>
            </a:r>
            <a:endParaRPr lang="ja-JP" altLang="en-US" sz="290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87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9DEF-B979-0928-A479-8E73DF75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0FE25FDA-50C7-7C00-2D54-9B5AF1A3198C}"/>
              </a:ext>
            </a:extLst>
          </p:cNvPr>
          <p:cNvGrpSpPr/>
          <p:nvPr/>
        </p:nvGrpSpPr>
        <p:grpSpPr>
          <a:xfrm>
            <a:off x="-2714007" y="3253050"/>
            <a:ext cx="8146387" cy="7313101"/>
            <a:chOff x="0" y="1449416"/>
            <a:chExt cx="5619095" cy="5044323"/>
          </a:xfrm>
        </p:grpSpPr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AA33E62-2CAC-C1B0-CBC9-ABBC1E07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973" y="3973739"/>
              <a:ext cx="2584122" cy="2520000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035D5D6D-C7EF-2891-47C5-33FF07FD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7797" y="1459120"/>
              <a:ext cx="2558474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BF63CD93-0AD3-B8CE-2ED2-837234B6CAE1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616D457A-495D-28E7-3228-E96BD587BDE8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79C88743-72E4-E0A0-2551-02A5949BCED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D8169FEF-851E-93AD-D5CA-72B6F799C7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B9566DC1-541E-61AE-D3DA-304FD8DA740E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6D37AF11-F834-3004-EE6A-E628DC1283BD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FB550CF7-79E7-9C67-460B-9E898914F82B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7F31A27-3DA5-172E-B5D5-2C7E62CD9A64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99161C07-EEFB-693B-1100-CA52FB0CE3CE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=1.5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5A8429CF-6851-7B76-D7C9-1B603CC8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980" y="5253607"/>
                  <a:ext cx="367495" cy="10537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897C8024-ED61-3D7F-34B3-1318C646AC8D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FCC1D927-7618-BF28-1CB2-9342929C9204}"/>
                    </a:ext>
                  </a:extLst>
                </p:cNvPr>
                <p:cNvSpPr txBox="1"/>
                <p:nvPr/>
              </p:nvSpPr>
              <p:spPr>
                <a:xfrm>
                  <a:off x="2572546" y="3376633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6CC278D-59FC-C596-997B-23346679A55B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B6324BF4-B2C9-BE16-3000-79F3989ED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498A9FFA-52BC-301A-9AEA-F57C1C3A8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/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667" r="-40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12B51F4-3120-D81E-9737-DC84BCF22945}"/>
                </a:ext>
              </a:extLst>
            </p:cNvPr>
            <p:cNvSpPr txBox="1"/>
            <p:nvPr/>
          </p:nvSpPr>
          <p:spPr>
            <a:xfrm>
              <a:off x="101194" y="1455337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C8AFED0-2810-2871-6D09-AE8019CE1534}"/>
                </a:ext>
              </a:extLst>
            </p:cNvPr>
            <p:cNvSpPr txBox="1"/>
            <p:nvPr/>
          </p:nvSpPr>
          <p:spPr>
            <a:xfrm>
              <a:off x="2749068" y="1449416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813A061-E56A-55BE-3244-90EFF1666104}"/>
                </a:ext>
              </a:extLst>
            </p:cNvPr>
            <p:cNvSpPr txBox="1"/>
            <p:nvPr/>
          </p:nvSpPr>
          <p:spPr>
            <a:xfrm>
              <a:off x="2763197" y="3880572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/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6667" r="-40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/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/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/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444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/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blipFill>
                  <a:blip r:embed="rId15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4454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C170-F335-651A-F951-657DBD99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9C4AE89A-D298-113A-4BEE-D8B326EAFAFE}"/>
              </a:ext>
            </a:extLst>
          </p:cNvPr>
          <p:cNvGrpSpPr/>
          <p:nvPr/>
        </p:nvGrpSpPr>
        <p:grpSpPr>
          <a:xfrm>
            <a:off x="-2714008" y="3042879"/>
            <a:ext cx="17454766" cy="7616017"/>
            <a:chOff x="0" y="1304448"/>
            <a:chExt cx="12039692" cy="5253264"/>
          </a:xfrm>
        </p:grpSpPr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C7A516E9-6D08-7296-3516-7055537419C2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1FFE5C6-D91A-CB5C-9E8A-D48160FBA15E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092602D5-EEF5-C08E-8C7B-8227FC910BE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467CA77C-55C4-7288-0212-CC8B41627B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A7D80F01-DEB8-7F0A-105B-011D9BEBCC0C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F0B80E4-F43C-5C04-0707-CF219EEED942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1AC554F-947E-E5C5-3858-1985CF8BF74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3949D64-1157-A2EB-24C9-A2DC938255F0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D85BE51-CAB9-43E4-6974-19FA09B83736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30AD8D66-68B3-7812-2661-0C541649F54A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EF8A32C-07FB-9366-932F-18AE85876ED7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3A227D69-FD78-C1B9-6D52-AC1F92912850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4157B941-7AF7-E3EE-CE68-80E51CC81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1C5CA354-9228-233F-CA0C-1E6956DD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DCB0C07-A44C-9D84-C1B3-C19C73C9755B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0EF3055A-DF6D-D0C8-07D7-BB8BFA13C574}"/>
                </a:ext>
              </a:extLst>
            </p:cNvPr>
            <p:cNvGrpSpPr/>
            <p:nvPr/>
          </p:nvGrpSpPr>
          <p:grpSpPr>
            <a:xfrm>
              <a:off x="5505369" y="4037712"/>
              <a:ext cx="2520000" cy="2520000"/>
              <a:chOff x="5628949" y="1465041"/>
              <a:chExt cx="2520000" cy="2520000"/>
            </a:xfrm>
          </p:grpSpPr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4D2E0C07-6B50-91F6-CF6F-92BD681C74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8949" y="1465041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45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B7535547-DDEA-4266-5682-0732AC8978FA}"/>
                </a:ext>
              </a:extLst>
            </p:cNvPr>
            <p:cNvGrpSpPr/>
            <p:nvPr/>
          </p:nvGrpSpPr>
          <p:grpSpPr>
            <a:xfrm>
              <a:off x="5500802" y="1415953"/>
              <a:ext cx="2520000" cy="2520000"/>
              <a:chOff x="5616125" y="3979660"/>
              <a:chExt cx="2520000" cy="2520000"/>
            </a:xfrm>
          </p:grpSpPr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9DA6E1CF-63BA-66AB-72A0-C608F31C0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6125" y="3979660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/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/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545F46F3-71B5-A55E-A8C6-B0E29EB41C09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12776" y="1454024"/>
              <a:ext cx="2520000" cy="2520000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E75638A3-1194-05C7-9F45-34E2C5A8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77221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3198A34F-CF38-D30E-CC36-EE438C726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77222" y="1522465"/>
              <a:ext cx="3662469" cy="2289043"/>
            </a:xfrm>
            <a:prstGeom prst="rect">
              <a:avLst/>
            </a:prstGeom>
          </p:spPr>
        </p:pic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F6280A5A-1B19-3EFE-26A2-3647226F23ED}"/>
                </a:ext>
              </a:extLst>
            </p:cNvPr>
            <p:cNvCxnSpPr>
              <a:cxnSpLocks/>
            </p:cNvCxnSpPr>
            <p:nvPr/>
          </p:nvCxnSpPr>
          <p:spPr>
            <a:xfrm>
              <a:off x="2904555" y="3958537"/>
              <a:ext cx="5335912" cy="2381686"/>
            </a:xfrm>
            <a:prstGeom prst="bentConnector3">
              <a:avLst>
                <a:gd name="adj1" fmla="val 100168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5EEC3E89-E1D6-0262-43F5-7E8F730F8680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12776" y="4037712"/>
              <a:ext cx="2520000" cy="252000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5EA1ADE-D2EE-24BD-11E9-4FA7EA667201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734ECA0-201C-1EE0-6C5E-AB5DB1CD4301}"/>
                </a:ext>
              </a:extLst>
            </p:cNvPr>
            <p:cNvSpPr txBox="1"/>
            <p:nvPr/>
          </p:nvSpPr>
          <p:spPr>
            <a:xfrm>
              <a:off x="5343139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BA03462-F0EB-6C9C-A02D-E8A2452BA86F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9567A65-CF10-BDC3-E82F-CB7E2FE2A343}"/>
                </a:ext>
              </a:extLst>
            </p:cNvPr>
            <p:cNvSpPr txBox="1"/>
            <p:nvPr/>
          </p:nvSpPr>
          <p:spPr>
            <a:xfrm>
              <a:off x="5343139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59C9A77-9B1D-7709-1D41-F6083757ADC0}"/>
                </a:ext>
              </a:extLst>
            </p:cNvPr>
            <p:cNvSpPr txBox="1"/>
            <p:nvPr/>
          </p:nvSpPr>
          <p:spPr>
            <a:xfrm>
              <a:off x="8299848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4236DAC4-76BC-069E-2D10-DDC645CA7CD9}"/>
                </a:ext>
              </a:extLst>
            </p:cNvPr>
            <p:cNvSpPr txBox="1"/>
            <p:nvPr/>
          </p:nvSpPr>
          <p:spPr>
            <a:xfrm>
              <a:off x="8307062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BA0E88F3-2A8F-020F-58EF-639767A1ACB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6887687-2376-F562-6CA8-9FA0AD0F1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5F36DBA1-1BB7-C300-F58E-92E3C5C054E7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FF2F69BC-3204-6658-6804-D82EBD56AE2A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022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644D-ECA8-6923-9CC9-6EB6C5A0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9617658-169F-5890-944E-0947BFAF7C5A}"/>
              </a:ext>
            </a:extLst>
          </p:cNvPr>
          <p:cNvGrpSpPr/>
          <p:nvPr/>
        </p:nvGrpSpPr>
        <p:grpSpPr>
          <a:xfrm>
            <a:off x="-2714007" y="3042879"/>
            <a:ext cx="17096478" cy="7625332"/>
            <a:chOff x="0" y="1304448"/>
            <a:chExt cx="11792557" cy="5259689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7AE0858-B01A-33AC-0EA1-8FBC6DCDB11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802" y="4044137"/>
              <a:ext cx="2520000" cy="2520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44220B2-48D0-9725-EB09-DA3C4A0CE25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7036" y="4044137"/>
              <a:ext cx="2520000" cy="25200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BB2B4FB-79A4-28C2-C349-7E46D738931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7036" y="1472059"/>
              <a:ext cx="2520000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14B35D73-45DD-A50D-27E6-1FD3BE85B376}"/>
                </a:ext>
              </a:extLst>
            </p:cNvPr>
            <p:cNvGrpSpPr/>
            <p:nvPr/>
          </p:nvGrpSpPr>
          <p:grpSpPr>
            <a:xfrm>
              <a:off x="0" y="1760680"/>
              <a:ext cx="3032447" cy="4065352"/>
              <a:chOff x="916584" y="2848391"/>
              <a:chExt cx="427939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E98E74E0-9299-F7BC-F034-DD95068D7FA1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279398" cy="3313596"/>
                <a:chOff x="916584" y="2848391"/>
                <a:chExt cx="427939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4D3A5CD7-A6D2-A888-68BD-6EBEB407E30E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F17BF4F1-02E1-AA78-A214-E3DE9E6403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1EC6ED84-3E35-84E9-1679-2B1137663AAD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55E532C-8DC2-2DF3-F23F-DB5E1E57F863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79EF664-8C9E-D004-CBB0-9C3CF62A025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34874EFF-32E0-CE74-A12C-8C672C0DB3D0}"/>
                    </a:ext>
                  </a:extLst>
                </p:cNvPr>
                <p:cNvSpPr txBox="1"/>
                <p:nvPr/>
              </p:nvSpPr>
              <p:spPr>
                <a:xfrm>
                  <a:off x="3390033" y="5694499"/>
                  <a:ext cx="1805949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19399002-F0CD-AF86-6E55-3865BFA999BF}"/>
                    </a:ext>
                  </a:extLst>
                </p:cNvPr>
                <p:cNvSpPr txBox="1"/>
                <p:nvPr/>
              </p:nvSpPr>
              <p:spPr>
                <a:xfrm>
                  <a:off x="1042667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9F0FA78F-96B3-9B7B-272C-79F23975FEC2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0EFF2AEF-60CC-8F4F-BDEE-138CFC307F33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7023431-671A-202E-5659-523BE9526B8A}"/>
                    </a:ext>
                  </a:extLst>
                </p:cNvPr>
                <p:cNvSpPr txBox="1"/>
                <p:nvPr/>
              </p:nvSpPr>
              <p:spPr>
                <a:xfrm>
                  <a:off x="1237034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69C2B1E8-6BB2-598F-4AF0-E33ACDC99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F5C063D5-2C45-00E3-5982-142F6608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6328A7C-959B-61DF-1D14-6C549021269F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4F3D631-548E-9343-BE21-F2AE1E5A2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00802" y="1472059"/>
              <a:ext cx="2520000" cy="2520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/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22581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/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667" r="-3000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/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B50D0F7-B4FF-E153-B366-C62B287B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0086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CD97F0E-72AB-7DF1-9234-FF6748D85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30087" y="1522465"/>
              <a:ext cx="3662469" cy="2289043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DB108A7-4367-AB8F-C714-1D6DDDF177DD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343EC2D-50C0-8D7F-BA66-8AC9543B4984}"/>
                </a:ext>
              </a:extLst>
            </p:cNvPr>
            <p:cNvSpPr txBox="1"/>
            <p:nvPr/>
          </p:nvSpPr>
          <p:spPr>
            <a:xfrm>
              <a:off x="5306068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F06EB17-CFB0-6609-AFCF-268080303918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225BAA4-2595-DE0C-4A1C-531B8E4DB114}"/>
                </a:ext>
              </a:extLst>
            </p:cNvPr>
            <p:cNvSpPr txBox="1"/>
            <p:nvPr/>
          </p:nvSpPr>
          <p:spPr>
            <a:xfrm>
              <a:off x="5306068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7B352D9-FFEE-7844-8F0C-28A2A4DC4FE3}"/>
                </a:ext>
              </a:extLst>
            </p:cNvPr>
            <p:cNvSpPr txBox="1"/>
            <p:nvPr/>
          </p:nvSpPr>
          <p:spPr>
            <a:xfrm>
              <a:off x="8052713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E97D2C9-920B-0111-60DD-802975288412}"/>
                </a:ext>
              </a:extLst>
            </p:cNvPr>
            <p:cNvSpPr txBox="1"/>
            <p:nvPr/>
          </p:nvSpPr>
          <p:spPr>
            <a:xfrm>
              <a:off x="8059927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5FC3B1A5-12CF-BD68-960A-FE4B4F990B1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9C391C2-1A6A-5E4E-3DFB-DB088DCA1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4F02C3CD-FC1B-CE12-0EE3-A05833FC127F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742394B9-BCD0-8EB4-323B-081BFE0C54C7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/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blipFill>
                  <a:blip r:embed="rId17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/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7049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6224210-8A84-C70F-AB0D-C6E47C20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5601964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AD1A11D-78F8-D43A-2275-2EBD5A82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-1477770" y="4152897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67137E-B497-80B3-5FC3-777F0ECDE15C}"/>
              </a:ext>
            </a:extLst>
          </p:cNvPr>
          <p:cNvSpPr>
            <a:spLocks/>
          </p:cNvSpPr>
          <p:nvPr/>
        </p:nvSpPr>
        <p:spPr>
          <a:xfrm>
            <a:off x="61953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D59DB7-763D-FB52-96A2-39C95BAE990E}"/>
              </a:ext>
            </a:extLst>
          </p:cNvPr>
          <p:cNvSpPr>
            <a:spLocks/>
          </p:cNvSpPr>
          <p:nvPr/>
        </p:nvSpPr>
        <p:spPr>
          <a:xfrm>
            <a:off x="-67292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35D50F-AF62-F121-34F2-FF59DEAC96C5}"/>
              </a:ext>
            </a:extLst>
          </p:cNvPr>
          <p:cNvSpPr>
            <a:spLocks/>
          </p:cNvSpPr>
          <p:nvPr/>
        </p:nvSpPr>
        <p:spPr>
          <a:xfrm>
            <a:off x="443057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D1E9EB-A672-8665-DB97-39E37506176D}"/>
              </a:ext>
            </a:extLst>
          </p:cNvPr>
          <p:cNvCxnSpPr>
            <a:cxnSpLocks/>
          </p:cNvCxnSpPr>
          <p:nvPr/>
        </p:nvCxnSpPr>
        <p:spPr>
          <a:xfrm>
            <a:off x="2769613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8949D95-EC9C-F28C-75CF-03C76B6E54D6}"/>
              </a:ext>
            </a:extLst>
          </p:cNvPr>
          <p:cNvCxnSpPr>
            <a:cxnSpLocks/>
          </p:cNvCxnSpPr>
          <p:nvPr/>
        </p:nvCxnSpPr>
        <p:spPr>
          <a:xfrm>
            <a:off x="-811512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D0D6C9-7EFE-6174-F461-4458D11A14C9}"/>
              </a:ext>
            </a:extLst>
          </p:cNvPr>
          <p:cNvSpPr/>
          <p:nvPr/>
        </p:nvSpPr>
        <p:spPr>
          <a:xfrm>
            <a:off x="-808135" y="4893555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6E33F6-60D2-2ED5-4CFC-E871AEFC2418}"/>
              </a:ext>
            </a:extLst>
          </p:cNvPr>
          <p:cNvSpPr/>
          <p:nvPr/>
        </p:nvSpPr>
        <p:spPr>
          <a:xfrm>
            <a:off x="-260900" y="4995898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F71808-DFD0-7B37-2DDC-D3FFE3695A32}"/>
              </a:ext>
            </a:extLst>
          </p:cNvPr>
          <p:cNvSpPr/>
          <p:nvPr/>
        </p:nvSpPr>
        <p:spPr>
          <a:xfrm>
            <a:off x="-1412631" y="5225681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1283968-087B-D71A-3373-1E68F78086F2}"/>
              </a:ext>
            </a:extLst>
          </p:cNvPr>
          <p:cNvSpPr/>
          <p:nvPr/>
        </p:nvSpPr>
        <p:spPr>
          <a:xfrm>
            <a:off x="1213514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2D6BF6-B024-7295-0F9D-1D09ED54487D}"/>
              </a:ext>
            </a:extLst>
          </p:cNvPr>
          <p:cNvSpPr/>
          <p:nvPr/>
        </p:nvSpPr>
        <p:spPr>
          <a:xfrm>
            <a:off x="-147175" y="548708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6937011-057C-D696-2E73-DB9DE0641CC8}"/>
              </a:ext>
            </a:extLst>
          </p:cNvPr>
          <p:cNvSpPr/>
          <p:nvPr/>
        </p:nvSpPr>
        <p:spPr>
          <a:xfrm>
            <a:off x="-138062" y="6849353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3A1E43E-0794-0668-91A1-5F143436C8E4}"/>
              </a:ext>
            </a:extLst>
          </p:cNvPr>
          <p:cNvSpPr/>
          <p:nvPr/>
        </p:nvSpPr>
        <p:spPr>
          <a:xfrm>
            <a:off x="1389196" y="5806756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5CC8D5-45B8-1C5D-292A-29124508D396}"/>
              </a:ext>
            </a:extLst>
          </p:cNvPr>
          <p:cNvSpPr/>
          <p:nvPr/>
        </p:nvSpPr>
        <p:spPr>
          <a:xfrm>
            <a:off x="-632122" y="7331077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EF4726-49C8-20E9-0770-3B94B270A4AE}"/>
              </a:ext>
            </a:extLst>
          </p:cNvPr>
          <p:cNvSpPr/>
          <p:nvPr/>
        </p:nvSpPr>
        <p:spPr>
          <a:xfrm>
            <a:off x="-260900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5E7CB37-C681-AABD-54AC-78EA6B0ED6BA}"/>
              </a:ext>
            </a:extLst>
          </p:cNvPr>
          <p:cNvSpPr/>
          <p:nvPr/>
        </p:nvSpPr>
        <p:spPr>
          <a:xfrm>
            <a:off x="-260900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AFDA75-32DE-CF75-ECD7-E830A6DD8594}"/>
              </a:ext>
            </a:extLst>
          </p:cNvPr>
          <p:cNvSpPr/>
          <p:nvPr/>
        </p:nvSpPr>
        <p:spPr>
          <a:xfrm>
            <a:off x="1389194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EBDE48A-905E-1244-D8B8-8F1E3B0510A5}"/>
              </a:ext>
            </a:extLst>
          </p:cNvPr>
          <p:cNvSpPr/>
          <p:nvPr/>
        </p:nvSpPr>
        <p:spPr>
          <a:xfrm rot="5400000">
            <a:off x="1930678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04C406-A292-F0A2-EF33-0E8F770D880E}"/>
              </a:ext>
            </a:extLst>
          </p:cNvPr>
          <p:cNvSpPr/>
          <p:nvPr/>
        </p:nvSpPr>
        <p:spPr>
          <a:xfrm rot="5400000">
            <a:off x="1429788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8ECE270-45A8-D19B-EC7A-F82F1981DC2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EBB5-0CED-5095-6915-5B0360DE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73CCB41-9238-C248-9AC0-E0F9B95B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5601964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09ADB6-3119-27F2-63C5-D1819C78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-1477770" y="4152897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5F42A04-0F52-3BC6-78E8-F22A4E4AF343}"/>
              </a:ext>
            </a:extLst>
          </p:cNvPr>
          <p:cNvSpPr>
            <a:spLocks/>
          </p:cNvSpPr>
          <p:nvPr/>
        </p:nvSpPr>
        <p:spPr>
          <a:xfrm>
            <a:off x="61953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DD0F68-0752-0F28-7979-B72F0BC9D828}"/>
              </a:ext>
            </a:extLst>
          </p:cNvPr>
          <p:cNvSpPr>
            <a:spLocks/>
          </p:cNvSpPr>
          <p:nvPr/>
        </p:nvSpPr>
        <p:spPr>
          <a:xfrm>
            <a:off x="-67292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4E0C90-AA15-53A6-AD54-0AD17518EFA0}"/>
              </a:ext>
            </a:extLst>
          </p:cNvPr>
          <p:cNvSpPr>
            <a:spLocks/>
          </p:cNvSpPr>
          <p:nvPr/>
        </p:nvSpPr>
        <p:spPr>
          <a:xfrm>
            <a:off x="443057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FC22278-AD3B-619B-BDA6-07B010328D3D}"/>
              </a:ext>
            </a:extLst>
          </p:cNvPr>
          <p:cNvCxnSpPr>
            <a:cxnSpLocks/>
          </p:cNvCxnSpPr>
          <p:nvPr/>
        </p:nvCxnSpPr>
        <p:spPr>
          <a:xfrm>
            <a:off x="2769613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EB44-345D-5086-F7F8-BE772099FAA5}"/>
              </a:ext>
            </a:extLst>
          </p:cNvPr>
          <p:cNvCxnSpPr>
            <a:cxnSpLocks/>
          </p:cNvCxnSpPr>
          <p:nvPr/>
        </p:nvCxnSpPr>
        <p:spPr>
          <a:xfrm>
            <a:off x="-811512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509E11-6287-4A91-DBDB-FDECCD48DD37}"/>
              </a:ext>
            </a:extLst>
          </p:cNvPr>
          <p:cNvSpPr/>
          <p:nvPr/>
        </p:nvSpPr>
        <p:spPr>
          <a:xfrm>
            <a:off x="-808135" y="4893555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AF7241-EAB4-EBA6-FD9D-368B67CB8CCC}"/>
              </a:ext>
            </a:extLst>
          </p:cNvPr>
          <p:cNvSpPr/>
          <p:nvPr/>
        </p:nvSpPr>
        <p:spPr>
          <a:xfrm>
            <a:off x="-260900" y="4995898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904E61-B402-E76F-0CC7-AC9E3EFD3A05}"/>
              </a:ext>
            </a:extLst>
          </p:cNvPr>
          <p:cNvSpPr/>
          <p:nvPr/>
        </p:nvSpPr>
        <p:spPr>
          <a:xfrm>
            <a:off x="-1412631" y="5225681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0569F23-1DC5-0208-15A3-1559A0170501}"/>
              </a:ext>
            </a:extLst>
          </p:cNvPr>
          <p:cNvSpPr/>
          <p:nvPr/>
        </p:nvSpPr>
        <p:spPr>
          <a:xfrm>
            <a:off x="1213514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311F5D1-21EF-02CD-3078-508349E69D9E}"/>
              </a:ext>
            </a:extLst>
          </p:cNvPr>
          <p:cNvSpPr/>
          <p:nvPr/>
        </p:nvSpPr>
        <p:spPr>
          <a:xfrm>
            <a:off x="-147175" y="548708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805864E-69DD-E193-9ADF-F46C67CBCB70}"/>
              </a:ext>
            </a:extLst>
          </p:cNvPr>
          <p:cNvSpPr/>
          <p:nvPr/>
        </p:nvSpPr>
        <p:spPr>
          <a:xfrm>
            <a:off x="-138062" y="6849353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0C8715-BA49-D76E-2964-54368FD7268A}"/>
              </a:ext>
            </a:extLst>
          </p:cNvPr>
          <p:cNvSpPr/>
          <p:nvPr/>
        </p:nvSpPr>
        <p:spPr>
          <a:xfrm>
            <a:off x="1389196" y="5806756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B5F9D9-A68A-61D8-3690-1F7511692820}"/>
              </a:ext>
            </a:extLst>
          </p:cNvPr>
          <p:cNvSpPr/>
          <p:nvPr/>
        </p:nvSpPr>
        <p:spPr>
          <a:xfrm>
            <a:off x="-632122" y="7331077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D02B35-C7A9-6F17-EDEF-8121A6B18013}"/>
              </a:ext>
            </a:extLst>
          </p:cNvPr>
          <p:cNvSpPr/>
          <p:nvPr/>
        </p:nvSpPr>
        <p:spPr>
          <a:xfrm>
            <a:off x="-260900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9AE440F-E879-E835-F2AD-7BE4BCBBCB16}"/>
              </a:ext>
            </a:extLst>
          </p:cNvPr>
          <p:cNvSpPr/>
          <p:nvPr/>
        </p:nvSpPr>
        <p:spPr>
          <a:xfrm>
            <a:off x="-260900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9379E6-0C0A-6FEA-8119-D5FDE7962C86}"/>
              </a:ext>
            </a:extLst>
          </p:cNvPr>
          <p:cNvSpPr/>
          <p:nvPr/>
        </p:nvSpPr>
        <p:spPr>
          <a:xfrm>
            <a:off x="1389194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BD1FDDB-2AF4-ABAA-26CF-D5E71BAC74E3}"/>
              </a:ext>
            </a:extLst>
          </p:cNvPr>
          <p:cNvSpPr/>
          <p:nvPr/>
        </p:nvSpPr>
        <p:spPr>
          <a:xfrm rot="5400000">
            <a:off x="1930678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589D29-696F-6FA4-ACEB-0462CBBFA179}"/>
              </a:ext>
            </a:extLst>
          </p:cNvPr>
          <p:cNvSpPr/>
          <p:nvPr/>
        </p:nvSpPr>
        <p:spPr>
          <a:xfrm rot="5400000">
            <a:off x="1429788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8C4D10A-0C85-9DA6-6B2F-9376C2D4380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28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DD6B-760E-BF3D-F696-BB92DC04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6BE99FC7-1D95-77A1-F9BA-C45902271B28}"/>
              </a:ext>
            </a:extLst>
          </p:cNvPr>
          <p:cNvGrpSpPr/>
          <p:nvPr/>
        </p:nvGrpSpPr>
        <p:grpSpPr>
          <a:xfrm>
            <a:off x="6209902" y="426075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6CDB06E-8459-FC42-080C-969500D41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DE4319-D3E9-6EBC-C441-8E5ADF66B266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B3E31E-EAFD-FDC1-41DE-D959EEAE56FE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45A6CDF-39D4-F995-77DD-0F62BB9A041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C76704F-EA5E-F56B-91A8-35D8E98775B5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89FB841-4FFC-5BF3-A92C-F38E19F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0E56DA2-504F-216B-6816-0D07848E9D34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D5E2DA0-B509-3174-12F0-55A42805FC59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29AEDE9-2C4B-2650-39B6-A3E5949DB786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C992BEC-E59A-344B-6FC1-79B3BE40D85C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6EC74C2-C53A-5EC8-5E36-E8ABDCBB155B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FCC1CA0-D673-FFB5-0F11-DEB4A9D7A8F7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9C122E6-9AD2-546A-468F-3650B2627C5A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67213C4-CF74-5C46-F500-47B642BE7461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EAA60E8-1401-AE3D-A1A9-E17E9F9E5047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18F2CC8-7865-869A-CD73-B5B07BBFC218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63A5126-FEE3-92B4-0A66-EB9E55CE3795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A2C2778-222D-AE53-0402-7358BAFBB527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ED29CDD-E014-D7F2-0245-E0C8523FDFEA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25DCF32-C77C-5A9C-7D0A-45ADB028BC36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46482D6-E2B2-0AF5-035D-0B5CBE3C5B2E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1764EE5-606E-6BBA-4B9A-61C600991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A32D85E-CB21-55AE-C99D-A78990A3D545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5CD8C1C-83A7-F812-38DC-73B5D3E57C5D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AE3837A-F277-C47C-7E90-0B1DFC252F2D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0DF8B8CE-69A0-E407-DB5E-0BC6CAC05F0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72DED07-CE4F-3735-8913-59FD75B8CA04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89176F72-D9EE-15CA-D4D9-28AA348A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DE9E368-4D09-4C78-3C39-BB81DCFE2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A4AF68E-E0D2-BAB7-C24A-FB8E9917588C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AC0F6FD-4E2E-5EAB-F851-144823EEB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72B3C28-60D2-43F3-EDA7-627DFA89E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D3A542D9-199A-65D2-E35C-F2642674A9F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BD41B5E-0C3D-75C4-ED70-AD4BD8625389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4FCE320-7367-1C98-3414-DDB071DB9B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FE058D0-A7C7-C356-EA22-8341A75B3BEF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図 55">
            <a:extLst>
              <a:ext uri="{FF2B5EF4-FFF2-40B4-BE49-F238E27FC236}">
                <a16:creationId xmlns:a16="http://schemas.microsoft.com/office/drawing/2014/main" id="{EE7D1DDB-E135-077A-0581-665B110E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"/>
          <a:stretch>
            <a:fillRect/>
          </a:stretch>
        </p:blipFill>
        <p:spPr>
          <a:xfrm>
            <a:off x="-1220504" y="4586760"/>
            <a:ext cx="7245610" cy="46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2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9A5F-7A2F-2D96-00CD-9E0D8051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92F67E8-3BB5-5990-BC89-23B1F9A35E77}"/>
              </a:ext>
            </a:extLst>
          </p:cNvPr>
          <p:cNvGrpSpPr/>
          <p:nvPr/>
        </p:nvGrpSpPr>
        <p:grpSpPr>
          <a:xfrm>
            <a:off x="-1154923" y="363474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62220FA-19C8-513A-A490-A2A79D59E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F3793976-4855-FDA1-18F7-A652DA5BDE18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4789FA5-6408-2A41-5475-501A69E265CF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1CE0E5-C94C-F013-C9C4-7A3BA334DEA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63E08AB-F447-C0BA-F8F5-BB822889D951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375FED41-AD23-02E7-5B4D-54842269C5F1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D57C65E-3F0C-C231-593D-49F9F7648C48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351A01-CA74-A469-B0B7-55CC04C1F6CC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4092332-4943-3E31-8EC7-5B0F9FD02E61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D29AB7D-E7EF-42B6-4DAF-9C3291D2E801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C02E65E-C416-BB25-7162-09FCBE81D9F0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C1900A4-29AB-D650-6F60-072140CA425D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DF5D923-8CC4-DDB9-FB63-09C094D4E2C9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2DE7EEA-4FFD-F1A5-01C5-F36A262D157B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FDA24D6-2BCD-DA76-3744-EEF51B4486A6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AD1CB97-CCFC-499E-970C-2FD27A2AB78A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364B3D6-2908-E07D-4078-99279C9D8757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1961519-FB41-08DE-D7AC-E186E11A75DF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D5A17DB-F20F-9CBD-7DE7-EA1E6817502B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24BF7686-97B6-455E-D697-704E8D64B2F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8DFD19E-98F7-4836-0988-C7345BAF767A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73A6CCB-CB1F-B9A8-39CD-E66E461B9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9A229EE-B222-CF06-87B1-9F7E803928E3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09C081D-329E-5D4C-1CC4-F4A6F2045905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A8BD9B90-3468-56F6-0B12-9BA6D9D1AB43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27751780-ADA7-40A3-D3AC-D8DFC261A868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7AEB240-6D42-A8CE-FD1B-DD5634B1BFA3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A230DB4-30D2-2AF6-4C62-51D8033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CF8276D-C230-EF06-E986-772E3492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9A5C608-DDF0-E411-0D7B-4C40B965B8AB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AC1A65A3-8716-2547-B246-71F9EFBDE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319D57A-1A4D-7A03-DC84-F0B483FF18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3B30D9A-8306-C191-3AB1-F4397385B1E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039F8C3-7B86-76FA-792E-E065CC74B902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E8215FE-0387-5908-F38F-4BF459DF1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A09C641F-8DA1-AB87-DE14-0AFFB77DAFA8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318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2298-46C8-4F07-E10D-E0A34B24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BA51727-8D1D-0F53-08EE-4D41A7BF3A00}"/>
              </a:ext>
            </a:extLst>
          </p:cNvPr>
          <p:cNvGrpSpPr/>
          <p:nvPr/>
        </p:nvGrpSpPr>
        <p:grpSpPr>
          <a:xfrm>
            <a:off x="-633512" y="3879214"/>
            <a:ext cx="13514586" cy="5579749"/>
            <a:chOff x="1435054" y="1881322"/>
            <a:chExt cx="9321892" cy="3848717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ED1BA6DF-6902-0FED-A11F-762568AD940F}"/>
                </a:ext>
              </a:extLst>
            </p:cNvPr>
            <p:cNvGrpSpPr/>
            <p:nvPr/>
          </p:nvGrpSpPr>
          <p:grpSpPr>
            <a:xfrm>
              <a:off x="1435054" y="2105310"/>
              <a:ext cx="9321892" cy="3624729"/>
              <a:chOff x="1030167" y="2144498"/>
              <a:chExt cx="9321892" cy="3624729"/>
            </a:xfrm>
          </p:grpSpPr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904671D5-B83F-2E42-6108-304FFCB506F9}"/>
                  </a:ext>
                </a:extLst>
              </p:cNvPr>
              <p:cNvGrpSpPr/>
              <p:nvPr/>
            </p:nvGrpSpPr>
            <p:grpSpPr>
              <a:xfrm>
                <a:off x="6155402" y="2144498"/>
                <a:ext cx="4196657" cy="3624729"/>
                <a:chOff x="852714" y="2070100"/>
                <a:chExt cx="4196657" cy="3624729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C11A4E79-5712-CBA8-B1A1-CF18FE8DF3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3891" t="32396" r="57950" b="33200"/>
                <a:stretch>
                  <a:fillRect/>
                </a:stretch>
              </p:blipFill>
              <p:spPr>
                <a:xfrm>
                  <a:off x="852714" y="2070100"/>
                  <a:ext cx="4196657" cy="3624729"/>
                </a:xfrm>
                <a:prstGeom prst="rect">
                  <a:avLst/>
                </a:prstGeom>
              </p:spPr>
            </p:pic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299C0F99-FA8D-5BA5-F30B-2490A961DE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914761" y="2156457"/>
                  <a:ext cx="1719821" cy="10221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8EC88B6D-F12C-308B-4ADD-8A704E977D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07869" y="2889733"/>
                  <a:ext cx="1719821" cy="14739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B8508876-F23E-59F0-903A-EA72A6904C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77633" y="3051912"/>
                  <a:ext cx="1719821" cy="1200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55924938-B38D-91A4-CA35-B2BFD4D17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2411" y="2613801"/>
                  <a:ext cx="0" cy="165643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B1204F4C-B839-F7C0-83D0-6468B52AC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2276" y="3527432"/>
                  <a:ext cx="2891760" cy="0"/>
                </a:xfrm>
                <a:prstGeom prst="line">
                  <a:avLst/>
                </a:prstGeom>
                <a:ln w="6350">
                  <a:solidFill>
                    <a:srgbClr val="9999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正方形/長方形 5">
                  <a:extLst>
                    <a:ext uri="{FF2B5EF4-FFF2-40B4-BE49-F238E27FC236}">
                      <a16:creationId xmlns:a16="http://schemas.microsoft.com/office/drawing/2014/main" id="{E2369861-D2F0-5108-B9C7-72853A3668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09029" y="2580980"/>
                  <a:ext cx="317500" cy="10498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9524C654-DAC7-48C7-1E78-342C4EFD8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2651572"/>
                  <a:ext cx="1171081" cy="152130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79D18EC8-4EE3-5226-7A41-28561CC5F9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9" y="2810069"/>
                  <a:ext cx="154088" cy="2449084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09C43C5C-9540-DD59-C6BB-F2C87D0800A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9068" y="2810068"/>
                  <a:ext cx="154088" cy="2449085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2792D3F-7B93-B699-3EC4-C638A7068A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0512" y="2990375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F5B98E1B-C09D-789A-E6A2-0671CF3F46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6798" y="3930021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D90ACAE-FF90-FD1B-4923-93A53CA7A0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7" y="3210874"/>
                  <a:ext cx="792512" cy="6064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935A6050-87BD-EDC9-3C9B-5FB2BDDA46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36012" y="4262298"/>
                  <a:ext cx="2144827" cy="9346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439C51F2-BEAB-F192-0624-A44EDB712C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3132934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DE85DB9-4A33-1320-04B4-F5EA7150A3B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4072522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40082BC-870F-980E-EB0B-E9632FDE7D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6" y="3829482"/>
                  <a:ext cx="792499" cy="67507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9B6DA284-5A73-3093-84FF-8E14A3644EA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3203742" y="4050144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EF06669D-8A5A-45D0-D1DF-DC591E33823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858245" y="4050409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A5C73CDA-ABC4-A942-BDC6-DE35E7D9CD52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2263952" y="2416085"/>
                  <a:ext cx="0" cy="1947613"/>
                </a:xfrm>
                <a:prstGeom prst="line">
                  <a:avLst/>
                </a:prstGeom>
                <a:ln w="9525">
                  <a:solidFill>
                    <a:srgbClr val="B0FF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C11B96CC-ED98-7E20-2EC6-AA2AFD103E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32027" y="3362883"/>
                  <a:ext cx="188952" cy="3248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2F71A8F6-7AA9-AFB2-0FB0-D94F4132F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7524" y="3124843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95A07015-C95D-0640-73B3-835E0C03B6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19750" y="3374860"/>
                  <a:ext cx="765769" cy="2638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Analyzing aperture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0B074A9E-8115-CE4B-23E5-47584CADC8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49001" y="5096024"/>
                  <a:ext cx="896602" cy="5438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A25CE5-84A8-4074-786F-824834DBAC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35375" y="2895107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2838932C-9C22-4B6B-A3F4-EC9DB1B48AFB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V="1">
                  <a:off x="3226503" y="3124843"/>
                  <a:ext cx="94476" cy="860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BF1F899F-5209-C555-27B6-78D0CDB46B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16989" y="2479926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Sample + cryostat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E6D7E7A9-43B1-BE13-2195-65B147EE0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94801" y="2778658"/>
                  <a:ext cx="673782" cy="618463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D34A7889-2B39-5F9D-F0A8-306156EC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30211" y="2482660"/>
                  <a:ext cx="14097" cy="21100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8A66025-CED9-B21D-1AED-067B11792D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14622" y="2222791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sample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0D11C5C7-6470-2728-679E-742ADBF98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17959" y="3029555"/>
                  <a:ext cx="257580" cy="6459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C16E5D75-CD57-D9A1-6361-CEF030B24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56855" y="3059056"/>
                  <a:ext cx="318364" cy="92974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F0146967-A446-47E9-33CF-D733B3B122A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2196" y="2798933"/>
                  <a:ext cx="989033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Helmholtz coil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9683AB5A-6CC7-6D81-47DC-C2A679B6A2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83848" y="4452530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</a:t>
                  </a:r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3DE6CDB8-A48D-2A58-E989-3AE7562DFA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581" y="4303388"/>
                  <a:ext cx="176362" cy="14634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線コネクタ 52">
                  <a:extLst>
                    <a:ext uri="{FF2B5EF4-FFF2-40B4-BE49-F238E27FC236}">
                      <a16:creationId xmlns:a16="http://schemas.microsoft.com/office/drawing/2014/main" id="{52330901-9525-A7C2-5AF1-58BD514D1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715" y="3532265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6" name="図 55">
                <a:extLst>
                  <a:ext uri="{FF2B5EF4-FFF2-40B4-BE49-F238E27FC236}">
                    <a16:creationId xmlns:a16="http://schemas.microsoft.com/office/drawing/2014/main" id="{A8A31EDB-EE8A-F9A7-2897-CD14A847D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25"/>
              <a:stretch>
                <a:fillRect/>
              </a:stretch>
            </p:blipFill>
            <p:spPr>
              <a:xfrm>
                <a:off x="1030167" y="2369363"/>
                <a:ext cx="4997770" cy="3175000"/>
              </a:xfrm>
              <a:prstGeom prst="rect">
                <a:avLst/>
              </a:prstGeom>
            </p:spPr>
          </p:pic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AB3F209-EC28-2FE5-73D7-2C2E606FE924}"/>
                </a:ext>
              </a:extLst>
            </p:cNvPr>
            <p:cNvSpPr txBox="1"/>
            <p:nvPr/>
          </p:nvSpPr>
          <p:spPr>
            <a:xfrm>
              <a:off x="2090057" y="1883476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(a)</a:t>
              </a:r>
              <a:endParaRPr lang="ja-JP" altLang="en-US" sz="3480">
                <a:latin typeface="Helvetica" pitchFamily="2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077254A-FFF6-CAE5-EBA8-54424BB00426}"/>
                </a:ext>
              </a:extLst>
            </p:cNvPr>
            <p:cNvSpPr txBox="1"/>
            <p:nvPr/>
          </p:nvSpPr>
          <p:spPr>
            <a:xfrm>
              <a:off x="6745976" y="1881322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(b)</a:t>
              </a:r>
              <a:endParaRPr lang="ja-JP" altLang="en-US" sz="348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718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1BEAD26-29DE-398E-C534-1960DFF24743}"/>
              </a:ext>
            </a:extLst>
          </p:cNvPr>
          <p:cNvGrpSpPr/>
          <p:nvPr/>
        </p:nvGrpSpPr>
        <p:grpSpPr>
          <a:xfrm>
            <a:off x="4037728" y="3606785"/>
            <a:ext cx="3329280" cy="2243078"/>
            <a:chOff x="4657113" y="1693411"/>
            <a:chExt cx="2296422" cy="154719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46D07320-5366-A4E8-30C5-10489B15B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156" r="28298" b="74578"/>
            <a:stretch>
              <a:fillRect/>
            </a:stretch>
          </p:blipFill>
          <p:spPr>
            <a:xfrm>
              <a:off x="4657113" y="1693411"/>
              <a:ext cx="2296422" cy="154719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1A2A48F-AFD3-6054-90F4-4096135C4504}"/>
                </a:ext>
              </a:extLst>
            </p:cNvPr>
            <p:cNvSpPr/>
            <p:nvPr/>
          </p:nvSpPr>
          <p:spPr>
            <a:xfrm>
              <a:off x="4747364" y="3147739"/>
              <a:ext cx="217543" cy="928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7898104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CF2FA-205A-1C22-6598-C4F530C3D7C0}"/>
              </a:ext>
            </a:extLst>
          </p:cNvPr>
          <p:cNvSpPr txBox="1"/>
          <p:nvPr/>
        </p:nvSpPr>
        <p:spPr>
          <a:xfrm>
            <a:off x="-2114688" y="5431714"/>
            <a:ext cx="3406702" cy="1297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/>
              <a:t>X</a:t>
            </a:r>
            <a:r>
              <a:rPr lang="ja-JP" altLang="en-US" sz="2610"/>
              <a:t>軸</a:t>
            </a:r>
            <a:r>
              <a:rPr lang="en-US" altLang="ja-JP" sz="2610" dirty="0"/>
              <a:t> : </a:t>
            </a:r>
            <a:r>
              <a:rPr lang="ja-JP" altLang="en-US" sz="2610"/>
              <a:t>水平</a:t>
            </a:r>
            <a:endParaRPr lang="en-US" altLang="ja-JP" sz="2610" dirty="0"/>
          </a:p>
          <a:p>
            <a:r>
              <a:rPr lang="en-US" altLang="ja-JP" sz="2610" dirty="0"/>
              <a:t>Y</a:t>
            </a:r>
            <a:r>
              <a:rPr lang="ja-JP" altLang="en-US" sz="2610"/>
              <a:t>軸：鉛直方向</a:t>
            </a:r>
            <a:endParaRPr lang="en-US" altLang="ja-JP" sz="2610" dirty="0"/>
          </a:p>
          <a:p>
            <a:r>
              <a:rPr lang="en-US" altLang="ja-JP" sz="2610" dirty="0"/>
              <a:t>Z</a:t>
            </a:r>
            <a:r>
              <a:rPr lang="ja-JP" altLang="en-US" sz="2610"/>
              <a:t>軸：中性子進行方向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/>
              <p:nvPr/>
            </p:nvSpPr>
            <p:spPr>
              <a:xfrm>
                <a:off x="-2114688" y="2157483"/>
                <a:ext cx="5545108" cy="286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610"/>
                  <a:t>磁場中での中性子スピンの時間発展</a:t>
                </a:r>
                <a:br>
                  <a:rPr lang="en-US" altLang="ja-JP" sz="2610" dirty="0"/>
                </a:br>
                <a:r>
                  <a:rPr lang="ja-JP" altLang="en-US" sz="2610"/>
                  <a:t>→ブロッホ方程式</a:t>
                </a:r>
                <a:endParaRPr lang="en-US" altLang="ja-JP" sz="261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ja-JP" sz="2610" b="1" dirty="0"/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中性子の磁気モーメント</a:t>
                </a:r>
                <a:r>
                  <a:rPr lang="en-US" altLang="ja-JP" sz="2610" dirty="0"/>
                  <a:t>,</a:t>
                </a:r>
                <a:br>
                  <a:rPr lang="en-US" altLang="ja-JP" sz="2610" dirty="0"/>
                </a:br>
                <a:r>
                  <a:rPr lang="en-US" altLang="ja-JP" sz="261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altLang="ja-JP" sz="261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中性子の磁気回転比</a:t>
                </a:r>
                <a:r>
                  <a:rPr lang="en-US" altLang="ja-JP" sz="2610" dirty="0"/>
                  <a:t>,</a:t>
                </a:r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中性子が通過するパス上の磁場</a:t>
                </a:r>
                <a:r>
                  <a:rPr lang="en-US" altLang="ja-JP" sz="2610" dirty="0"/>
                  <a:t>.</a:t>
                </a: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14688" y="2157483"/>
                <a:ext cx="5545108" cy="2863220"/>
              </a:xfrm>
              <a:prstGeom prst="rect">
                <a:avLst/>
              </a:prstGeom>
              <a:blipFill>
                <a:blip r:embed="rId2"/>
                <a:stretch>
                  <a:fillRect l="-2055" t="-1762" r="-913" b="-4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C85037-59E1-40F5-0E90-AEE34AB7FF87}"/>
              </a:ext>
            </a:extLst>
          </p:cNvPr>
          <p:cNvSpPr txBox="1"/>
          <p:nvPr/>
        </p:nvSpPr>
        <p:spPr>
          <a:xfrm>
            <a:off x="5382706" y="9463165"/>
            <a:ext cx="9040729" cy="89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10" dirty="0"/>
              <a:t>1 </a:t>
            </a:r>
            <a:r>
              <a:rPr lang="en-US" altLang="ja-JP" sz="2610" dirty="0" err="1"/>
              <a:t>mT</a:t>
            </a:r>
            <a:r>
              <a:rPr lang="ja-JP" altLang="en-US" sz="2610"/>
              <a:t>を</a:t>
            </a:r>
            <a:r>
              <a:rPr lang="en-US" altLang="ja-JP" sz="2610" dirty="0"/>
              <a:t>Z</a:t>
            </a:r>
            <a:r>
              <a:rPr lang="ja-JP" altLang="en-US" sz="2610"/>
              <a:t>軸方向へ印加しているパス上を初期位相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x</a:t>
            </a:r>
            <a:r>
              <a:rPr lang="en-US" altLang="ja-JP" sz="2610" dirty="0" err="1"/>
              <a:t>,σ</a:t>
            </a:r>
            <a:r>
              <a:rPr lang="en-US" altLang="ja-JP" sz="2610" baseline="-25000" dirty="0" err="1"/>
              <a:t>z</a:t>
            </a:r>
            <a:r>
              <a:rPr lang="en-US" altLang="ja-JP" sz="2610" dirty="0"/>
              <a:t>=0, 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y</a:t>
            </a:r>
            <a:r>
              <a:rPr lang="en-US" altLang="ja-JP" sz="2610" dirty="0"/>
              <a:t>=1</a:t>
            </a:r>
            <a:r>
              <a:rPr lang="ja-JP" altLang="en-US" sz="2610"/>
              <a:t>の中性子が通過するときの各位置でのスピン状態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45DE635-D9A3-BEEC-B736-6CC8E958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233" y="1490743"/>
            <a:ext cx="10734231" cy="797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136964</TotalTime>
  <Words>1683</Words>
  <Application>Microsoft Macintosh PowerPoint</Application>
  <PresentationFormat>ユーザー設定</PresentationFormat>
  <Paragraphs>486</Paragraphs>
  <Slides>52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52</vt:i4>
      </vt:variant>
    </vt:vector>
  </HeadingPairs>
  <TitlesOfParts>
    <vt:vector size="60" baseType="lpstr">
      <vt:lpstr>游ゴシック</vt:lpstr>
      <vt:lpstr>Aptos</vt:lpstr>
      <vt:lpstr>Aptos Display</vt:lpstr>
      <vt:lpstr>Arial</vt:lpstr>
      <vt:lpstr>Cambria Math</vt:lpstr>
      <vt:lpstr>Helvetica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26</cp:revision>
  <dcterms:created xsi:type="dcterms:W3CDTF">2025-12-28T23:03:07Z</dcterms:created>
  <dcterms:modified xsi:type="dcterms:W3CDTF">2026-06-01T11:16:50Z</dcterms:modified>
</cp:coreProperties>
</file>